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56" r:id="rId5"/>
    <p:sldId id="280" r:id="rId6"/>
    <p:sldId id="298" r:id="rId7"/>
    <p:sldId id="288" r:id="rId8"/>
    <p:sldId id="282" r:id="rId9"/>
    <p:sldId id="292" r:id="rId10"/>
    <p:sldId id="284" r:id="rId11"/>
    <p:sldId id="296" r:id="rId12"/>
    <p:sldId id="286" r:id="rId13"/>
    <p:sldId id="274" r:id="rId14"/>
    <p:sldId id="275" r:id="rId15"/>
    <p:sldId id="276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54" autoAdjust="0"/>
    <p:restoredTop sz="94660"/>
  </p:normalViewPr>
  <p:slideViewPr>
    <p:cSldViewPr>
      <p:cViewPr varScale="1">
        <p:scale>
          <a:sx n="78" d="100"/>
          <a:sy n="78" d="100"/>
        </p:scale>
        <p:origin x="643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ndi Lacey Bugarin Sanchez" userId="57c255ea-1b2e-48af-a9be-70e453d9dddf" providerId="ADAL" clId="{1B78210B-0A10-454E-8ECB-7153ED672D2C}"/>
    <pc:docChg chg="delSld modSld">
      <pc:chgData name="Cyndi Lacey Bugarin Sanchez" userId="57c255ea-1b2e-48af-a9be-70e453d9dddf" providerId="ADAL" clId="{1B78210B-0A10-454E-8ECB-7153ED672D2C}" dt="2026-03-10T17:53:36.323" v="2" actId="47"/>
      <pc:docMkLst>
        <pc:docMk/>
      </pc:docMkLst>
      <pc:sldChg chg="modSp mod">
        <pc:chgData name="Cyndi Lacey Bugarin Sanchez" userId="57c255ea-1b2e-48af-a9be-70e453d9dddf" providerId="ADAL" clId="{1B78210B-0A10-454E-8ECB-7153ED672D2C}" dt="2026-03-10T15:28:22.479" v="1" actId="20577"/>
        <pc:sldMkLst>
          <pc:docMk/>
          <pc:sldMk cId="0" sldId="256"/>
        </pc:sldMkLst>
        <pc:spChg chg="mod">
          <ac:chgData name="Cyndi Lacey Bugarin Sanchez" userId="57c255ea-1b2e-48af-a9be-70e453d9dddf" providerId="ADAL" clId="{1B78210B-0A10-454E-8ECB-7153ED672D2C}" dt="2026-03-10T15:28:22.479" v="1" actId="20577"/>
          <ac:spMkLst>
            <pc:docMk/>
            <pc:sldMk cId="0" sldId="256"/>
            <ac:spMk id="11" creationId="{A2137C68-BE60-0FF6-6D80-A388EEA15E03}"/>
          </ac:spMkLst>
        </pc:spChg>
      </pc:sldChg>
      <pc:sldChg chg="del">
        <pc:chgData name="Cyndi Lacey Bugarin Sanchez" userId="57c255ea-1b2e-48af-a9be-70e453d9dddf" providerId="ADAL" clId="{1B78210B-0A10-454E-8ECB-7153ED672D2C}" dt="2026-03-10T17:53:36.323" v="2" actId="47"/>
        <pc:sldMkLst>
          <pc:docMk/>
          <pc:sldMk cId="701137289" sldId="2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435C8-AE2C-43A5-99BC-C30662A7689B}" type="datetimeFigureOut">
              <a:rPr lang="es-PE" smtClean="0"/>
              <a:t>9/03/2026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1D1972-F318-41EA-85A7-813615824F9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064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1D1972-F318-41EA-85A7-813615824F91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4789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588752" y="6428232"/>
            <a:ext cx="1211580" cy="247015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5102" y="199771"/>
            <a:ext cx="7987512" cy="81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8221" y="3133725"/>
            <a:ext cx="5459730" cy="2061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nttdemealonedesk.service-now.com/sp?id=itsm_emeal_sc_cat_item&amp;sys_id=82db69cf47c411500e6f8c21e36d433b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32708" y="6450853"/>
            <a:ext cx="1287780" cy="260985"/>
          </a:xfrm>
          <a:custGeom>
            <a:avLst/>
            <a:gdLst/>
            <a:ahLst/>
            <a:cxnLst/>
            <a:rect l="l" t="t" r="r" b="b"/>
            <a:pathLst>
              <a:path w="1287779" h="260984">
                <a:moveTo>
                  <a:pt x="1243343" y="59281"/>
                </a:moveTo>
                <a:lnTo>
                  <a:pt x="1165528" y="59281"/>
                </a:lnTo>
                <a:lnTo>
                  <a:pt x="1165528" y="87977"/>
                </a:lnTo>
                <a:lnTo>
                  <a:pt x="1252405" y="87977"/>
                </a:lnTo>
                <a:lnTo>
                  <a:pt x="1256727" y="93025"/>
                </a:lnTo>
                <a:lnTo>
                  <a:pt x="1256753" y="110758"/>
                </a:lnTo>
                <a:lnTo>
                  <a:pt x="1193962" y="110758"/>
                </a:lnTo>
                <a:lnTo>
                  <a:pt x="1178302" y="113034"/>
                </a:lnTo>
                <a:lnTo>
                  <a:pt x="1167132" y="120055"/>
                </a:lnTo>
                <a:lnTo>
                  <a:pt x="1160439" y="132110"/>
                </a:lnTo>
                <a:lnTo>
                  <a:pt x="1158211" y="149489"/>
                </a:lnTo>
                <a:lnTo>
                  <a:pt x="1158211" y="155880"/>
                </a:lnTo>
                <a:lnTo>
                  <a:pt x="1160522" y="173576"/>
                </a:lnTo>
                <a:lnTo>
                  <a:pt x="1167461" y="185587"/>
                </a:lnTo>
                <a:lnTo>
                  <a:pt x="1179038" y="192421"/>
                </a:lnTo>
                <a:lnTo>
                  <a:pt x="1195264" y="194586"/>
                </a:lnTo>
                <a:lnTo>
                  <a:pt x="1287335" y="194586"/>
                </a:lnTo>
                <a:lnTo>
                  <a:pt x="1287335" y="165678"/>
                </a:lnTo>
                <a:lnTo>
                  <a:pt x="1193792" y="165678"/>
                </a:lnTo>
                <a:lnTo>
                  <a:pt x="1188559" y="163303"/>
                </a:lnTo>
                <a:lnTo>
                  <a:pt x="1188559" y="140075"/>
                </a:lnTo>
                <a:lnTo>
                  <a:pt x="1193740" y="138053"/>
                </a:lnTo>
                <a:lnTo>
                  <a:pt x="1287335" y="138053"/>
                </a:lnTo>
                <a:lnTo>
                  <a:pt x="1287335" y="105632"/>
                </a:lnTo>
                <a:lnTo>
                  <a:pt x="1285055" y="84006"/>
                </a:lnTo>
                <a:lnTo>
                  <a:pt x="1277589" y="69671"/>
                </a:lnTo>
                <a:lnTo>
                  <a:pt x="1263998" y="61729"/>
                </a:lnTo>
                <a:lnTo>
                  <a:pt x="1243343" y="59281"/>
                </a:lnTo>
                <a:close/>
              </a:path>
              <a:path w="1287779" h="260984">
                <a:moveTo>
                  <a:pt x="1287335" y="138053"/>
                </a:moveTo>
                <a:lnTo>
                  <a:pt x="1256740" y="138053"/>
                </a:lnTo>
                <a:lnTo>
                  <a:pt x="1256740" y="165678"/>
                </a:lnTo>
                <a:lnTo>
                  <a:pt x="1287335" y="165678"/>
                </a:lnTo>
                <a:lnTo>
                  <a:pt x="1287335" y="138053"/>
                </a:lnTo>
                <a:close/>
              </a:path>
              <a:path w="1287779" h="260984">
                <a:moveTo>
                  <a:pt x="986749" y="59281"/>
                </a:moveTo>
                <a:lnTo>
                  <a:pt x="908933" y="59281"/>
                </a:lnTo>
                <a:lnTo>
                  <a:pt x="908933" y="87977"/>
                </a:lnTo>
                <a:lnTo>
                  <a:pt x="995797" y="87977"/>
                </a:lnTo>
                <a:lnTo>
                  <a:pt x="1000132" y="93025"/>
                </a:lnTo>
                <a:lnTo>
                  <a:pt x="1000132" y="110758"/>
                </a:lnTo>
                <a:lnTo>
                  <a:pt x="937354" y="110758"/>
                </a:lnTo>
                <a:lnTo>
                  <a:pt x="921700" y="113034"/>
                </a:lnTo>
                <a:lnTo>
                  <a:pt x="910529" y="120055"/>
                </a:lnTo>
                <a:lnTo>
                  <a:pt x="903833" y="132110"/>
                </a:lnTo>
                <a:lnTo>
                  <a:pt x="901603" y="149489"/>
                </a:lnTo>
                <a:lnTo>
                  <a:pt x="901603" y="155880"/>
                </a:lnTo>
                <a:lnTo>
                  <a:pt x="903914" y="173576"/>
                </a:lnTo>
                <a:lnTo>
                  <a:pt x="910853" y="185587"/>
                </a:lnTo>
                <a:lnTo>
                  <a:pt x="922431" y="192421"/>
                </a:lnTo>
                <a:lnTo>
                  <a:pt x="938656" y="194586"/>
                </a:lnTo>
                <a:lnTo>
                  <a:pt x="1030727" y="194586"/>
                </a:lnTo>
                <a:lnTo>
                  <a:pt x="1030727" y="165678"/>
                </a:lnTo>
                <a:lnTo>
                  <a:pt x="937198" y="165678"/>
                </a:lnTo>
                <a:lnTo>
                  <a:pt x="931951" y="163303"/>
                </a:lnTo>
                <a:lnTo>
                  <a:pt x="931951" y="140075"/>
                </a:lnTo>
                <a:lnTo>
                  <a:pt x="937146" y="138053"/>
                </a:lnTo>
                <a:lnTo>
                  <a:pt x="1030727" y="138053"/>
                </a:lnTo>
                <a:lnTo>
                  <a:pt x="1030727" y="105632"/>
                </a:lnTo>
                <a:lnTo>
                  <a:pt x="1028447" y="84006"/>
                </a:lnTo>
                <a:lnTo>
                  <a:pt x="1020982" y="69671"/>
                </a:lnTo>
                <a:lnTo>
                  <a:pt x="1007395" y="61729"/>
                </a:lnTo>
                <a:lnTo>
                  <a:pt x="986749" y="59281"/>
                </a:lnTo>
                <a:close/>
              </a:path>
              <a:path w="1287779" h="260984">
                <a:moveTo>
                  <a:pt x="1030727" y="138053"/>
                </a:moveTo>
                <a:lnTo>
                  <a:pt x="1000132" y="138053"/>
                </a:lnTo>
                <a:lnTo>
                  <a:pt x="1000132" y="165678"/>
                </a:lnTo>
                <a:lnTo>
                  <a:pt x="1030727" y="165678"/>
                </a:lnTo>
                <a:lnTo>
                  <a:pt x="1030727" y="138053"/>
                </a:lnTo>
                <a:close/>
              </a:path>
              <a:path w="1287779" h="260984">
                <a:moveTo>
                  <a:pt x="844618" y="59281"/>
                </a:moveTo>
                <a:lnTo>
                  <a:pt x="761868" y="59281"/>
                </a:lnTo>
                <a:lnTo>
                  <a:pt x="761868" y="194586"/>
                </a:lnTo>
                <a:lnTo>
                  <a:pt x="846063" y="194586"/>
                </a:lnTo>
                <a:lnTo>
                  <a:pt x="866832" y="191545"/>
                </a:lnTo>
                <a:lnTo>
                  <a:pt x="880255" y="182526"/>
                </a:lnTo>
                <a:lnTo>
                  <a:pt x="887473" y="167687"/>
                </a:lnTo>
                <a:lnTo>
                  <a:pt x="887672" y="165787"/>
                </a:lnTo>
                <a:lnTo>
                  <a:pt x="792789" y="165787"/>
                </a:lnTo>
                <a:lnTo>
                  <a:pt x="792789" y="88093"/>
                </a:lnTo>
                <a:lnTo>
                  <a:pt x="887424" y="88093"/>
                </a:lnTo>
                <a:lnTo>
                  <a:pt x="886978" y="84323"/>
                </a:lnTo>
                <a:lnTo>
                  <a:pt x="878815" y="69688"/>
                </a:lnTo>
                <a:lnTo>
                  <a:pt x="864805" y="61702"/>
                </a:lnTo>
                <a:lnTo>
                  <a:pt x="844618" y="59281"/>
                </a:lnTo>
                <a:close/>
              </a:path>
              <a:path w="1287779" h="260984">
                <a:moveTo>
                  <a:pt x="887424" y="88093"/>
                </a:moveTo>
                <a:lnTo>
                  <a:pt x="853667" y="88093"/>
                </a:lnTo>
                <a:lnTo>
                  <a:pt x="858067" y="93141"/>
                </a:lnTo>
                <a:lnTo>
                  <a:pt x="858067" y="160742"/>
                </a:lnTo>
                <a:lnTo>
                  <a:pt x="853667" y="165787"/>
                </a:lnTo>
                <a:lnTo>
                  <a:pt x="887672" y="165787"/>
                </a:lnTo>
                <a:lnTo>
                  <a:pt x="889626" y="147185"/>
                </a:lnTo>
                <a:lnTo>
                  <a:pt x="889626" y="106693"/>
                </a:lnTo>
                <a:lnTo>
                  <a:pt x="887424" y="88093"/>
                </a:lnTo>
                <a:close/>
              </a:path>
              <a:path w="1287779" h="260984">
                <a:moveTo>
                  <a:pt x="1111511" y="87744"/>
                </a:moveTo>
                <a:lnTo>
                  <a:pt x="1080591" y="87744"/>
                </a:lnTo>
                <a:lnTo>
                  <a:pt x="1080591" y="194623"/>
                </a:lnTo>
                <a:lnTo>
                  <a:pt x="1111511" y="194623"/>
                </a:lnTo>
                <a:lnTo>
                  <a:pt x="1111511" y="87744"/>
                </a:lnTo>
                <a:close/>
              </a:path>
              <a:path w="1287779" h="260984">
                <a:moveTo>
                  <a:pt x="1155139" y="59281"/>
                </a:moveTo>
                <a:lnTo>
                  <a:pt x="1036937" y="59281"/>
                </a:lnTo>
                <a:lnTo>
                  <a:pt x="1036937" y="87744"/>
                </a:lnTo>
                <a:lnTo>
                  <a:pt x="1155139" y="87744"/>
                </a:lnTo>
                <a:lnTo>
                  <a:pt x="1155139" y="59281"/>
                </a:lnTo>
                <a:close/>
              </a:path>
              <a:path w="1287779" h="260984">
                <a:moveTo>
                  <a:pt x="680642" y="87744"/>
                </a:moveTo>
                <a:lnTo>
                  <a:pt x="649721" y="87744"/>
                </a:lnTo>
                <a:lnTo>
                  <a:pt x="649721" y="194623"/>
                </a:lnTo>
                <a:lnTo>
                  <a:pt x="680642" y="194623"/>
                </a:lnTo>
                <a:lnTo>
                  <a:pt x="680642" y="87744"/>
                </a:lnTo>
                <a:close/>
              </a:path>
              <a:path w="1287779" h="260984">
                <a:moveTo>
                  <a:pt x="724295" y="59281"/>
                </a:moveTo>
                <a:lnTo>
                  <a:pt x="606081" y="59281"/>
                </a:lnTo>
                <a:lnTo>
                  <a:pt x="606081" y="87744"/>
                </a:lnTo>
                <a:lnTo>
                  <a:pt x="724295" y="87744"/>
                </a:lnTo>
                <a:lnTo>
                  <a:pt x="724295" y="59281"/>
                </a:lnTo>
                <a:close/>
              </a:path>
              <a:path w="1287779" h="260984">
                <a:moveTo>
                  <a:pt x="552611" y="87744"/>
                </a:moveTo>
                <a:lnTo>
                  <a:pt x="521704" y="87744"/>
                </a:lnTo>
                <a:lnTo>
                  <a:pt x="521704" y="194623"/>
                </a:lnTo>
                <a:lnTo>
                  <a:pt x="552611" y="194623"/>
                </a:lnTo>
                <a:lnTo>
                  <a:pt x="552611" y="87744"/>
                </a:lnTo>
                <a:close/>
              </a:path>
              <a:path w="1287779" h="260984">
                <a:moveTo>
                  <a:pt x="596265" y="59281"/>
                </a:moveTo>
                <a:lnTo>
                  <a:pt x="478050" y="59281"/>
                </a:lnTo>
                <a:lnTo>
                  <a:pt x="478050" y="87744"/>
                </a:lnTo>
                <a:lnTo>
                  <a:pt x="596265" y="87744"/>
                </a:lnTo>
                <a:lnTo>
                  <a:pt x="596265" y="59281"/>
                </a:lnTo>
                <a:close/>
              </a:path>
              <a:path w="1287779" h="260984">
                <a:moveTo>
                  <a:pt x="396456" y="89582"/>
                </a:moveTo>
                <a:lnTo>
                  <a:pt x="365070" y="89582"/>
                </a:lnTo>
                <a:lnTo>
                  <a:pt x="365942" y="90397"/>
                </a:lnTo>
                <a:lnTo>
                  <a:pt x="366528" y="91510"/>
                </a:lnTo>
                <a:lnTo>
                  <a:pt x="387212" y="131763"/>
                </a:lnTo>
                <a:lnTo>
                  <a:pt x="413540" y="180692"/>
                </a:lnTo>
                <a:lnTo>
                  <a:pt x="440048" y="196127"/>
                </a:lnTo>
                <a:lnTo>
                  <a:pt x="449667" y="194785"/>
                </a:lnTo>
                <a:lnTo>
                  <a:pt x="458541" y="189574"/>
                </a:lnTo>
                <a:lnTo>
                  <a:pt x="465053" y="178712"/>
                </a:lnTo>
                <a:lnTo>
                  <a:pt x="467046" y="164306"/>
                </a:lnTo>
                <a:lnTo>
                  <a:pt x="435933" y="164306"/>
                </a:lnTo>
                <a:lnTo>
                  <a:pt x="435061" y="163488"/>
                </a:lnTo>
                <a:lnTo>
                  <a:pt x="434462" y="162369"/>
                </a:lnTo>
                <a:lnTo>
                  <a:pt x="412603" y="120272"/>
                </a:lnTo>
                <a:lnTo>
                  <a:pt x="396969" y="90527"/>
                </a:lnTo>
                <a:lnTo>
                  <a:pt x="396456" y="89582"/>
                </a:lnTo>
                <a:close/>
              </a:path>
              <a:path w="1287779" h="260984">
                <a:moveTo>
                  <a:pt x="360969" y="57767"/>
                </a:moveTo>
                <a:lnTo>
                  <a:pt x="350457" y="59229"/>
                </a:lnTo>
                <a:lnTo>
                  <a:pt x="351127" y="59229"/>
                </a:lnTo>
                <a:lnTo>
                  <a:pt x="342453" y="64316"/>
                </a:lnTo>
                <a:lnTo>
                  <a:pt x="335938" y="75175"/>
                </a:lnTo>
                <a:lnTo>
                  <a:pt x="333407" y="93465"/>
                </a:lnTo>
                <a:lnTo>
                  <a:pt x="333407" y="194654"/>
                </a:lnTo>
                <a:lnTo>
                  <a:pt x="363885" y="194654"/>
                </a:lnTo>
                <a:lnTo>
                  <a:pt x="363885" y="104195"/>
                </a:lnTo>
                <a:lnTo>
                  <a:pt x="363508" y="95212"/>
                </a:lnTo>
                <a:lnTo>
                  <a:pt x="363430" y="90527"/>
                </a:lnTo>
                <a:lnTo>
                  <a:pt x="365070" y="89582"/>
                </a:lnTo>
                <a:lnTo>
                  <a:pt x="396456" y="89582"/>
                </a:lnTo>
                <a:lnTo>
                  <a:pt x="387463" y="73195"/>
                </a:lnTo>
                <a:lnTo>
                  <a:pt x="382772" y="66940"/>
                </a:lnTo>
                <a:lnTo>
                  <a:pt x="377121" y="62064"/>
                </a:lnTo>
                <a:lnTo>
                  <a:pt x="370017" y="58896"/>
                </a:lnTo>
                <a:lnTo>
                  <a:pt x="360969" y="57767"/>
                </a:lnTo>
                <a:close/>
              </a:path>
              <a:path w="1287779" h="260984">
                <a:moveTo>
                  <a:pt x="467583" y="59229"/>
                </a:moveTo>
                <a:lnTo>
                  <a:pt x="437118" y="59229"/>
                </a:lnTo>
                <a:lnTo>
                  <a:pt x="437118" y="149694"/>
                </a:lnTo>
                <a:lnTo>
                  <a:pt x="437483" y="158671"/>
                </a:lnTo>
                <a:lnTo>
                  <a:pt x="437590" y="163488"/>
                </a:lnTo>
                <a:lnTo>
                  <a:pt x="437369" y="163488"/>
                </a:lnTo>
                <a:lnTo>
                  <a:pt x="435933" y="164306"/>
                </a:lnTo>
                <a:lnTo>
                  <a:pt x="467046" y="164306"/>
                </a:lnTo>
                <a:lnTo>
                  <a:pt x="467583" y="160422"/>
                </a:lnTo>
                <a:lnTo>
                  <a:pt x="467583" y="59229"/>
                </a:lnTo>
                <a:close/>
              </a:path>
              <a:path w="1287779" h="260984">
                <a:moveTo>
                  <a:pt x="111326" y="0"/>
                </a:moveTo>
                <a:lnTo>
                  <a:pt x="105063" y="0"/>
                </a:lnTo>
                <a:lnTo>
                  <a:pt x="92445" y="737"/>
                </a:lnTo>
                <a:lnTo>
                  <a:pt x="94005" y="737"/>
                </a:lnTo>
                <a:lnTo>
                  <a:pt x="84695" y="2371"/>
                </a:lnTo>
                <a:lnTo>
                  <a:pt x="47555" y="20190"/>
                </a:lnTo>
                <a:lnTo>
                  <a:pt x="18683" y="52895"/>
                </a:lnTo>
                <a:lnTo>
                  <a:pt x="2249" y="97431"/>
                </a:lnTo>
                <a:lnTo>
                  <a:pt x="0" y="123183"/>
                </a:lnTo>
                <a:lnTo>
                  <a:pt x="734" y="137530"/>
                </a:lnTo>
                <a:lnTo>
                  <a:pt x="2888" y="151404"/>
                </a:lnTo>
                <a:lnTo>
                  <a:pt x="6382" y="164742"/>
                </a:lnTo>
                <a:lnTo>
                  <a:pt x="11139" y="177480"/>
                </a:lnTo>
                <a:lnTo>
                  <a:pt x="17004" y="189395"/>
                </a:lnTo>
                <a:lnTo>
                  <a:pt x="17083" y="189556"/>
                </a:lnTo>
                <a:lnTo>
                  <a:pt x="41259" y="221193"/>
                </a:lnTo>
                <a:lnTo>
                  <a:pt x="73326" y="244637"/>
                </a:lnTo>
                <a:lnTo>
                  <a:pt x="111197" y="258208"/>
                </a:lnTo>
                <a:lnTo>
                  <a:pt x="138641" y="260941"/>
                </a:lnTo>
                <a:lnTo>
                  <a:pt x="152530" y="260247"/>
                </a:lnTo>
                <a:lnTo>
                  <a:pt x="191876" y="250340"/>
                </a:lnTo>
                <a:lnTo>
                  <a:pt x="226107" y="230002"/>
                </a:lnTo>
                <a:lnTo>
                  <a:pt x="229480" y="227006"/>
                </a:lnTo>
                <a:lnTo>
                  <a:pt x="138641" y="227006"/>
                </a:lnTo>
                <a:lnTo>
                  <a:pt x="128038" y="226478"/>
                </a:lnTo>
                <a:lnTo>
                  <a:pt x="89039" y="214596"/>
                </a:lnTo>
                <a:lnTo>
                  <a:pt x="58130" y="189395"/>
                </a:lnTo>
                <a:lnTo>
                  <a:pt x="38826" y="153952"/>
                </a:lnTo>
                <a:lnTo>
                  <a:pt x="36260" y="143989"/>
                </a:lnTo>
                <a:lnTo>
                  <a:pt x="36225" y="143852"/>
                </a:lnTo>
                <a:lnTo>
                  <a:pt x="34624" y="133351"/>
                </a:lnTo>
                <a:lnTo>
                  <a:pt x="34113" y="123183"/>
                </a:lnTo>
                <a:lnTo>
                  <a:pt x="34079" y="122497"/>
                </a:lnTo>
                <a:lnTo>
                  <a:pt x="34445" y="114369"/>
                </a:lnTo>
                <a:lnTo>
                  <a:pt x="34523" y="112652"/>
                </a:lnTo>
                <a:lnTo>
                  <a:pt x="35775" y="103480"/>
                </a:lnTo>
                <a:lnTo>
                  <a:pt x="35809" y="103232"/>
                </a:lnTo>
                <a:lnTo>
                  <a:pt x="37709" y="94966"/>
                </a:lnTo>
                <a:lnTo>
                  <a:pt x="37793" y="94601"/>
                </a:lnTo>
                <a:lnTo>
                  <a:pt x="37869" y="94272"/>
                </a:lnTo>
                <a:lnTo>
                  <a:pt x="57342" y="57443"/>
                </a:lnTo>
                <a:lnTo>
                  <a:pt x="91527" y="34959"/>
                </a:lnTo>
                <a:lnTo>
                  <a:pt x="90875" y="34959"/>
                </a:lnTo>
                <a:lnTo>
                  <a:pt x="103538" y="33640"/>
                </a:lnTo>
                <a:lnTo>
                  <a:pt x="244253" y="33640"/>
                </a:lnTo>
                <a:lnTo>
                  <a:pt x="237879" y="27090"/>
                </a:lnTo>
                <a:lnTo>
                  <a:pt x="229723" y="20190"/>
                </a:lnTo>
                <a:lnTo>
                  <a:pt x="221049" y="14219"/>
                </a:lnTo>
                <a:lnTo>
                  <a:pt x="211926" y="9228"/>
                </a:lnTo>
                <a:lnTo>
                  <a:pt x="204786" y="6251"/>
                </a:lnTo>
                <a:lnTo>
                  <a:pt x="138641" y="6251"/>
                </a:lnTo>
                <a:lnTo>
                  <a:pt x="134865" y="4594"/>
                </a:lnTo>
                <a:lnTo>
                  <a:pt x="129605" y="3041"/>
                </a:lnTo>
                <a:lnTo>
                  <a:pt x="117836" y="737"/>
                </a:lnTo>
                <a:lnTo>
                  <a:pt x="111326" y="0"/>
                </a:lnTo>
                <a:close/>
              </a:path>
              <a:path w="1287779" h="260984">
                <a:moveTo>
                  <a:pt x="244253" y="33640"/>
                </a:moveTo>
                <a:lnTo>
                  <a:pt x="173740" y="33640"/>
                </a:lnTo>
                <a:lnTo>
                  <a:pt x="185809" y="34959"/>
                </a:lnTo>
                <a:lnTo>
                  <a:pt x="197941" y="39612"/>
                </a:lnTo>
                <a:lnTo>
                  <a:pt x="229567" y="70887"/>
                </a:lnTo>
                <a:lnTo>
                  <a:pt x="242748" y="112652"/>
                </a:lnTo>
                <a:lnTo>
                  <a:pt x="243198" y="122497"/>
                </a:lnTo>
                <a:lnTo>
                  <a:pt x="242731" y="131791"/>
                </a:lnTo>
                <a:lnTo>
                  <a:pt x="242652" y="133351"/>
                </a:lnTo>
                <a:lnTo>
                  <a:pt x="230473" y="172762"/>
                </a:lnTo>
                <a:lnTo>
                  <a:pt x="204925" y="203468"/>
                </a:lnTo>
                <a:lnTo>
                  <a:pt x="169538" y="222394"/>
                </a:lnTo>
                <a:lnTo>
                  <a:pt x="138641" y="227006"/>
                </a:lnTo>
                <a:lnTo>
                  <a:pt x="229480" y="227006"/>
                </a:lnTo>
                <a:lnTo>
                  <a:pt x="260196" y="189556"/>
                </a:lnTo>
                <a:lnTo>
                  <a:pt x="274390" y="151404"/>
                </a:lnTo>
                <a:lnTo>
                  <a:pt x="277282" y="123183"/>
                </a:lnTo>
                <a:lnTo>
                  <a:pt x="276897" y="114369"/>
                </a:lnTo>
                <a:lnTo>
                  <a:pt x="276822" y="112652"/>
                </a:lnTo>
                <a:lnTo>
                  <a:pt x="276709" y="110054"/>
                </a:lnTo>
                <a:lnTo>
                  <a:pt x="275033" y="97431"/>
                </a:lnTo>
                <a:lnTo>
                  <a:pt x="272504" y="86191"/>
                </a:lnTo>
                <a:lnTo>
                  <a:pt x="272417" y="85802"/>
                </a:lnTo>
                <a:lnTo>
                  <a:pt x="272317" y="85358"/>
                </a:lnTo>
                <a:lnTo>
                  <a:pt x="252379" y="43490"/>
                </a:lnTo>
                <a:lnTo>
                  <a:pt x="245522" y="34959"/>
                </a:lnTo>
                <a:lnTo>
                  <a:pt x="244253" y="33640"/>
                </a:lnTo>
                <a:close/>
              </a:path>
              <a:path w="1287779" h="260984">
                <a:moveTo>
                  <a:pt x="173740" y="33640"/>
                </a:moveTo>
                <a:lnTo>
                  <a:pt x="103538" y="33640"/>
                </a:lnTo>
                <a:lnTo>
                  <a:pt x="98314" y="39406"/>
                </a:lnTo>
                <a:lnTo>
                  <a:pt x="81879" y="73933"/>
                </a:lnTo>
                <a:lnTo>
                  <a:pt x="80371" y="87420"/>
                </a:lnTo>
                <a:lnTo>
                  <a:pt x="80280" y="89129"/>
                </a:lnTo>
                <a:lnTo>
                  <a:pt x="81543" y="101697"/>
                </a:lnTo>
                <a:lnTo>
                  <a:pt x="84968" y="112652"/>
                </a:lnTo>
                <a:lnTo>
                  <a:pt x="85011" y="112791"/>
                </a:lnTo>
                <a:lnTo>
                  <a:pt x="85096" y="113061"/>
                </a:lnTo>
                <a:lnTo>
                  <a:pt x="116613" y="143989"/>
                </a:lnTo>
                <a:lnTo>
                  <a:pt x="138641" y="148350"/>
                </a:lnTo>
                <a:lnTo>
                  <a:pt x="149933" y="147232"/>
                </a:lnTo>
                <a:lnTo>
                  <a:pt x="186582" y="123183"/>
                </a:lnTo>
                <a:lnTo>
                  <a:pt x="191463" y="114369"/>
                </a:lnTo>
                <a:lnTo>
                  <a:pt x="131298" y="114369"/>
                </a:lnTo>
                <a:lnTo>
                  <a:pt x="125131" y="111405"/>
                </a:lnTo>
                <a:lnTo>
                  <a:pt x="116463" y="101697"/>
                </a:lnTo>
                <a:lnTo>
                  <a:pt x="113963" y="94966"/>
                </a:lnTo>
                <a:lnTo>
                  <a:pt x="114064" y="86191"/>
                </a:lnTo>
                <a:lnTo>
                  <a:pt x="133485" y="45302"/>
                </a:lnTo>
                <a:lnTo>
                  <a:pt x="138641" y="42299"/>
                </a:lnTo>
                <a:lnTo>
                  <a:pt x="181223" y="42299"/>
                </a:lnTo>
                <a:lnTo>
                  <a:pt x="179239" y="39612"/>
                </a:lnTo>
                <a:lnTo>
                  <a:pt x="173740" y="33640"/>
                </a:lnTo>
                <a:close/>
              </a:path>
              <a:path w="1287779" h="260984">
                <a:moveTo>
                  <a:pt x="181223" y="42299"/>
                </a:moveTo>
                <a:lnTo>
                  <a:pt x="138641" y="42299"/>
                </a:lnTo>
                <a:lnTo>
                  <a:pt x="142690" y="44461"/>
                </a:lnTo>
                <a:lnTo>
                  <a:pt x="150137" y="51580"/>
                </a:lnTo>
                <a:lnTo>
                  <a:pt x="163312" y="94966"/>
                </a:lnTo>
                <a:lnTo>
                  <a:pt x="160812" y="101697"/>
                </a:lnTo>
                <a:lnTo>
                  <a:pt x="152142" y="111405"/>
                </a:lnTo>
                <a:lnTo>
                  <a:pt x="145983" y="114369"/>
                </a:lnTo>
                <a:lnTo>
                  <a:pt x="191463" y="114369"/>
                </a:lnTo>
                <a:lnTo>
                  <a:pt x="192185" y="113061"/>
                </a:lnTo>
                <a:lnTo>
                  <a:pt x="195741" y="101697"/>
                </a:lnTo>
                <a:lnTo>
                  <a:pt x="197006" y="89129"/>
                </a:lnTo>
                <a:lnTo>
                  <a:pt x="196881" y="85802"/>
                </a:lnTo>
                <a:lnTo>
                  <a:pt x="183980" y="46033"/>
                </a:lnTo>
                <a:lnTo>
                  <a:pt x="181223" y="42299"/>
                </a:lnTo>
                <a:close/>
              </a:path>
              <a:path w="1287779" h="260984">
                <a:moveTo>
                  <a:pt x="172217" y="0"/>
                </a:moveTo>
                <a:lnTo>
                  <a:pt x="165955" y="0"/>
                </a:lnTo>
                <a:lnTo>
                  <a:pt x="159245" y="737"/>
                </a:lnTo>
                <a:lnTo>
                  <a:pt x="147341" y="3041"/>
                </a:lnTo>
                <a:lnTo>
                  <a:pt x="142176" y="4594"/>
                </a:lnTo>
                <a:lnTo>
                  <a:pt x="138641" y="6251"/>
                </a:lnTo>
                <a:lnTo>
                  <a:pt x="204786" y="6251"/>
                </a:lnTo>
                <a:lnTo>
                  <a:pt x="202417" y="5263"/>
                </a:lnTo>
                <a:lnTo>
                  <a:pt x="192584" y="2371"/>
                </a:lnTo>
                <a:lnTo>
                  <a:pt x="183274" y="737"/>
                </a:lnTo>
                <a:lnTo>
                  <a:pt x="184833" y="737"/>
                </a:lnTo>
                <a:lnTo>
                  <a:pt x="1722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24261" y="3122507"/>
            <a:ext cx="1586865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dirty="0">
                <a:latin typeface="Arial"/>
                <a:cs typeface="Arial"/>
              </a:rPr>
              <a:t>©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2024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NTT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DATA,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Inc.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3122507"/>
            <a:ext cx="686435" cy="170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dirty="0">
                <a:latin typeface="Arial"/>
                <a:cs typeface="Arial"/>
              </a:rPr>
              <a:t>April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2024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008629"/>
            <a:ext cx="12192000" cy="3849370"/>
            <a:chOff x="0" y="3008629"/>
            <a:chExt cx="12192000" cy="38493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348317"/>
              <a:ext cx="12192000" cy="350968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67800" y="3754754"/>
              <a:ext cx="2741676" cy="27432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9750" y="3008629"/>
              <a:ext cx="11520170" cy="312420"/>
            </a:xfrm>
            <a:custGeom>
              <a:avLst/>
              <a:gdLst/>
              <a:ahLst/>
              <a:cxnLst/>
              <a:rect l="l" t="t" r="r" b="b"/>
              <a:pathLst>
                <a:path w="11520170" h="312420">
                  <a:moveTo>
                    <a:pt x="914400" y="7239"/>
                  </a:moveTo>
                  <a:lnTo>
                    <a:pt x="0" y="7239"/>
                  </a:lnTo>
                  <a:lnTo>
                    <a:pt x="0" y="312039"/>
                  </a:lnTo>
                  <a:lnTo>
                    <a:pt x="914400" y="312039"/>
                  </a:lnTo>
                  <a:lnTo>
                    <a:pt x="914400" y="7239"/>
                  </a:lnTo>
                  <a:close/>
                </a:path>
                <a:path w="11520170" h="312420">
                  <a:moveTo>
                    <a:pt x="11519726" y="0"/>
                  </a:moveTo>
                  <a:lnTo>
                    <a:pt x="9803066" y="0"/>
                  </a:lnTo>
                  <a:lnTo>
                    <a:pt x="9803066" y="304800"/>
                  </a:lnTo>
                  <a:lnTo>
                    <a:pt x="11519726" y="304800"/>
                  </a:lnTo>
                  <a:lnTo>
                    <a:pt x="11519726" y="0"/>
                  </a:lnTo>
                  <a:close/>
                </a:path>
              </a:pathLst>
            </a:custGeom>
            <a:solidFill>
              <a:srgbClr val="070E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2400" y="1295400"/>
            <a:ext cx="11888597" cy="1070806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algn="ctr">
              <a:lnSpc>
                <a:spcPts val="3890"/>
              </a:lnSpc>
              <a:spcBef>
                <a:spcPts val="590"/>
              </a:spcBef>
            </a:pPr>
            <a:r>
              <a:rPr sz="3200" b="1" dirty="0" err="1"/>
              <a:t>Bienvenidos</a:t>
            </a:r>
            <a:r>
              <a:rPr sz="3200" b="1" spc="-70" dirty="0"/>
              <a:t> </a:t>
            </a:r>
            <a:r>
              <a:rPr lang="es-PE" sz="3200" b="1" spc="-70" dirty="0"/>
              <a:t>al </a:t>
            </a:r>
            <a:r>
              <a:rPr sz="3200" b="1" dirty="0"/>
              <a:t>Bootcamp</a:t>
            </a:r>
            <a:r>
              <a:rPr sz="3200" b="1" spc="-45" dirty="0"/>
              <a:t> </a:t>
            </a:r>
            <a:r>
              <a:rPr lang="es-PE" sz="3200" b="1" dirty="0"/>
              <a:t>02-2026 </a:t>
            </a:r>
            <a:r>
              <a:rPr sz="3200" b="1" spc="-25" dirty="0"/>
              <a:t>de </a:t>
            </a:r>
            <a:r>
              <a:rPr sz="3200" b="1" spc="-10" dirty="0"/>
              <a:t>Microservicios</a:t>
            </a:r>
            <a:endParaRPr sz="3200" b="1" dirty="0"/>
          </a:p>
          <a:p>
            <a:pPr marL="37465" algn="ctr">
              <a:lnSpc>
                <a:spcPct val="100000"/>
              </a:lnSpc>
              <a:spcBef>
                <a:spcPts val="500"/>
              </a:spcBef>
            </a:pPr>
            <a:r>
              <a:rPr b="1" dirty="0">
                <a:solidFill>
                  <a:srgbClr val="00A1FF"/>
                </a:solidFill>
                <a:latin typeface="Arial"/>
                <a:cs typeface="Arial"/>
              </a:rPr>
              <a:t>¡Especialízate</a:t>
            </a:r>
            <a:r>
              <a:rPr b="1" spc="-100" dirty="0">
                <a:solidFill>
                  <a:srgbClr val="00A1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A1FF"/>
                </a:solidFill>
                <a:latin typeface="Arial"/>
                <a:cs typeface="Arial"/>
              </a:rPr>
              <a:t>en</a:t>
            </a:r>
            <a:r>
              <a:rPr b="1" spc="-95" dirty="0">
                <a:solidFill>
                  <a:srgbClr val="00A1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A1FF"/>
                </a:solidFill>
                <a:latin typeface="Arial"/>
                <a:cs typeface="Arial"/>
              </a:rPr>
              <a:t>nuevas</a:t>
            </a:r>
            <a:r>
              <a:rPr b="1" spc="-95" dirty="0">
                <a:solidFill>
                  <a:srgbClr val="00A1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A1FF"/>
                </a:solidFill>
                <a:latin typeface="Arial"/>
                <a:cs typeface="Arial"/>
              </a:rPr>
              <a:t>tecnologías</a:t>
            </a:r>
            <a:r>
              <a:rPr b="1" spc="-95" dirty="0">
                <a:solidFill>
                  <a:srgbClr val="00A1FF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A1FF"/>
                </a:solidFill>
                <a:latin typeface="Arial"/>
                <a:cs typeface="Arial"/>
              </a:rPr>
              <a:t>con</a:t>
            </a:r>
            <a:r>
              <a:rPr b="1" spc="-105" dirty="0">
                <a:solidFill>
                  <a:srgbClr val="00A1FF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00A1FF"/>
                </a:solidFill>
                <a:latin typeface="Arial"/>
                <a:cs typeface="Arial"/>
              </a:rPr>
              <a:t>nosotros!</a:t>
            </a:r>
          </a:p>
        </p:txBody>
      </p:sp>
      <p:sp>
        <p:nvSpPr>
          <p:cNvPr id="10" name="object 10"/>
          <p:cNvSpPr/>
          <p:nvPr/>
        </p:nvSpPr>
        <p:spPr>
          <a:xfrm>
            <a:off x="10829417" y="134112"/>
            <a:ext cx="1211580" cy="247015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134"/>
                </a:moveTo>
                <a:lnTo>
                  <a:pt x="1096899" y="56134"/>
                </a:lnTo>
                <a:lnTo>
                  <a:pt x="1096899" y="83185"/>
                </a:lnTo>
                <a:lnTo>
                  <a:pt x="1178686" y="83185"/>
                </a:lnTo>
                <a:lnTo>
                  <a:pt x="1182751" y="88011"/>
                </a:lnTo>
                <a:lnTo>
                  <a:pt x="1182877" y="104775"/>
                </a:lnTo>
                <a:lnTo>
                  <a:pt x="1123696" y="104775"/>
                </a:lnTo>
                <a:lnTo>
                  <a:pt x="1108954" y="106937"/>
                </a:lnTo>
                <a:lnTo>
                  <a:pt x="1098438" y="113601"/>
                </a:lnTo>
                <a:lnTo>
                  <a:pt x="1092138" y="125027"/>
                </a:lnTo>
                <a:lnTo>
                  <a:pt x="1090040" y="141478"/>
                </a:lnTo>
                <a:lnTo>
                  <a:pt x="1090040" y="147447"/>
                </a:lnTo>
                <a:lnTo>
                  <a:pt x="1092229" y="164218"/>
                </a:lnTo>
                <a:lnTo>
                  <a:pt x="1098788" y="175609"/>
                </a:lnTo>
                <a:lnTo>
                  <a:pt x="1109704" y="182094"/>
                </a:lnTo>
                <a:lnTo>
                  <a:pt x="1124965" y="184150"/>
                </a:lnTo>
                <a:lnTo>
                  <a:pt x="1211579" y="184150"/>
                </a:lnTo>
                <a:lnTo>
                  <a:pt x="1211579" y="156718"/>
                </a:lnTo>
                <a:lnTo>
                  <a:pt x="1123568" y="156718"/>
                </a:lnTo>
                <a:lnTo>
                  <a:pt x="1118615" y="154559"/>
                </a:lnTo>
                <a:lnTo>
                  <a:pt x="1118615" y="132588"/>
                </a:lnTo>
                <a:lnTo>
                  <a:pt x="1123568" y="130556"/>
                </a:lnTo>
                <a:lnTo>
                  <a:pt x="1211579" y="130556"/>
                </a:lnTo>
                <a:lnTo>
                  <a:pt x="1211579" y="99949"/>
                </a:lnTo>
                <a:lnTo>
                  <a:pt x="1209432" y="79494"/>
                </a:lnTo>
                <a:lnTo>
                  <a:pt x="1202404" y="65944"/>
                </a:lnTo>
                <a:lnTo>
                  <a:pt x="1189612" y="58443"/>
                </a:lnTo>
                <a:lnTo>
                  <a:pt x="1170177" y="56134"/>
                </a:lnTo>
                <a:close/>
              </a:path>
              <a:path w="1211579" h="247015">
                <a:moveTo>
                  <a:pt x="1211579" y="130556"/>
                </a:moveTo>
                <a:lnTo>
                  <a:pt x="1182751" y="130556"/>
                </a:lnTo>
                <a:lnTo>
                  <a:pt x="1182751" y="156718"/>
                </a:lnTo>
                <a:lnTo>
                  <a:pt x="1211579" y="156718"/>
                </a:lnTo>
                <a:lnTo>
                  <a:pt x="1211579" y="130556"/>
                </a:lnTo>
                <a:close/>
              </a:path>
              <a:path w="1211579" h="247015">
                <a:moveTo>
                  <a:pt x="928751" y="56134"/>
                </a:moveTo>
                <a:lnTo>
                  <a:pt x="855472" y="56134"/>
                </a:lnTo>
                <a:lnTo>
                  <a:pt x="855472" y="83185"/>
                </a:lnTo>
                <a:lnTo>
                  <a:pt x="937259" y="83185"/>
                </a:lnTo>
                <a:lnTo>
                  <a:pt x="941324" y="88011"/>
                </a:lnTo>
                <a:lnTo>
                  <a:pt x="941324" y="104775"/>
                </a:lnTo>
                <a:lnTo>
                  <a:pt x="882268" y="104775"/>
                </a:lnTo>
                <a:lnTo>
                  <a:pt x="867527" y="106937"/>
                </a:lnTo>
                <a:lnTo>
                  <a:pt x="857011" y="113601"/>
                </a:lnTo>
                <a:lnTo>
                  <a:pt x="850711" y="125027"/>
                </a:lnTo>
                <a:lnTo>
                  <a:pt x="848613" y="141478"/>
                </a:lnTo>
                <a:lnTo>
                  <a:pt x="848613" y="147447"/>
                </a:lnTo>
                <a:lnTo>
                  <a:pt x="850782" y="164218"/>
                </a:lnTo>
                <a:lnTo>
                  <a:pt x="857297" y="175609"/>
                </a:lnTo>
                <a:lnTo>
                  <a:pt x="868170" y="182094"/>
                </a:lnTo>
                <a:lnTo>
                  <a:pt x="883411" y="184150"/>
                </a:lnTo>
                <a:lnTo>
                  <a:pt x="970026" y="184150"/>
                </a:lnTo>
                <a:lnTo>
                  <a:pt x="970026" y="156718"/>
                </a:lnTo>
                <a:lnTo>
                  <a:pt x="882014" y="156718"/>
                </a:lnTo>
                <a:lnTo>
                  <a:pt x="877061" y="154559"/>
                </a:lnTo>
                <a:lnTo>
                  <a:pt x="877061" y="132588"/>
                </a:lnTo>
                <a:lnTo>
                  <a:pt x="882014" y="130556"/>
                </a:lnTo>
                <a:lnTo>
                  <a:pt x="970026" y="130556"/>
                </a:lnTo>
                <a:lnTo>
                  <a:pt x="970026" y="99949"/>
                </a:lnTo>
                <a:lnTo>
                  <a:pt x="967898" y="79494"/>
                </a:lnTo>
                <a:lnTo>
                  <a:pt x="960913" y="65944"/>
                </a:lnTo>
                <a:lnTo>
                  <a:pt x="948166" y="58443"/>
                </a:lnTo>
                <a:lnTo>
                  <a:pt x="928751" y="56134"/>
                </a:lnTo>
                <a:close/>
              </a:path>
              <a:path w="1211579" h="247015">
                <a:moveTo>
                  <a:pt x="970026" y="130556"/>
                </a:moveTo>
                <a:lnTo>
                  <a:pt x="941324" y="130556"/>
                </a:lnTo>
                <a:lnTo>
                  <a:pt x="941324" y="156718"/>
                </a:lnTo>
                <a:lnTo>
                  <a:pt x="970026" y="156718"/>
                </a:lnTo>
                <a:lnTo>
                  <a:pt x="970026" y="130556"/>
                </a:lnTo>
                <a:close/>
              </a:path>
              <a:path w="1211579" h="247015">
                <a:moveTo>
                  <a:pt x="794892" y="56134"/>
                </a:moveTo>
                <a:lnTo>
                  <a:pt x="717041" y="56134"/>
                </a:lnTo>
                <a:lnTo>
                  <a:pt x="717041" y="184150"/>
                </a:lnTo>
                <a:lnTo>
                  <a:pt x="796289" y="184150"/>
                </a:lnTo>
                <a:lnTo>
                  <a:pt x="815826" y="181270"/>
                </a:lnTo>
                <a:lnTo>
                  <a:pt x="828468" y="172735"/>
                </a:lnTo>
                <a:lnTo>
                  <a:pt x="835277" y="158700"/>
                </a:lnTo>
                <a:lnTo>
                  <a:pt x="835471" y="156845"/>
                </a:lnTo>
                <a:lnTo>
                  <a:pt x="746125" y="156845"/>
                </a:lnTo>
                <a:lnTo>
                  <a:pt x="746125" y="83312"/>
                </a:lnTo>
                <a:lnTo>
                  <a:pt x="835222" y="83312"/>
                </a:lnTo>
                <a:lnTo>
                  <a:pt x="834808" y="79815"/>
                </a:lnTo>
                <a:lnTo>
                  <a:pt x="827103" y="65976"/>
                </a:lnTo>
                <a:lnTo>
                  <a:pt x="813897" y="58423"/>
                </a:lnTo>
                <a:lnTo>
                  <a:pt x="794892" y="56134"/>
                </a:lnTo>
                <a:close/>
              </a:path>
              <a:path w="1211579" h="247015">
                <a:moveTo>
                  <a:pt x="835222" y="83312"/>
                </a:moveTo>
                <a:lnTo>
                  <a:pt x="803401" y="83312"/>
                </a:lnTo>
                <a:lnTo>
                  <a:pt x="807592" y="88138"/>
                </a:lnTo>
                <a:lnTo>
                  <a:pt x="807592" y="152146"/>
                </a:lnTo>
                <a:lnTo>
                  <a:pt x="803401" y="156845"/>
                </a:lnTo>
                <a:lnTo>
                  <a:pt x="835471" y="156845"/>
                </a:lnTo>
                <a:lnTo>
                  <a:pt x="837310" y="139319"/>
                </a:lnTo>
                <a:lnTo>
                  <a:pt x="837310" y="100965"/>
                </a:lnTo>
                <a:lnTo>
                  <a:pt x="835222" y="83312"/>
                </a:lnTo>
                <a:close/>
              </a:path>
              <a:path w="1211579" h="247015">
                <a:moveTo>
                  <a:pt x="1046099" y="83058"/>
                </a:moveTo>
                <a:lnTo>
                  <a:pt x="1017015" y="83058"/>
                </a:lnTo>
                <a:lnTo>
                  <a:pt x="1017015" y="184150"/>
                </a:lnTo>
                <a:lnTo>
                  <a:pt x="1046099" y="184150"/>
                </a:lnTo>
                <a:lnTo>
                  <a:pt x="1046099" y="83058"/>
                </a:lnTo>
                <a:close/>
              </a:path>
              <a:path w="1211579" h="247015">
                <a:moveTo>
                  <a:pt x="1087247" y="56134"/>
                </a:moveTo>
                <a:lnTo>
                  <a:pt x="975994" y="56134"/>
                </a:lnTo>
                <a:lnTo>
                  <a:pt x="975994" y="83058"/>
                </a:lnTo>
                <a:lnTo>
                  <a:pt x="1087247" y="83058"/>
                </a:lnTo>
                <a:lnTo>
                  <a:pt x="1087247" y="56134"/>
                </a:lnTo>
                <a:close/>
              </a:path>
              <a:path w="1211579" h="247015">
                <a:moveTo>
                  <a:pt x="640587" y="83058"/>
                </a:moveTo>
                <a:lnTo>
                  <a:pt x="611504" y="83058"/>
                </a:lnTo>
                <a:lnTo>
                  <a:pt x="611504" y="184150"/>
                </a:lnTo>
                <a:lnTo>
                  <a:pt x="640587" y="184150"/>
                </a:lnTo>
                <a:lnTo>
                  <a:pt x="640587" y="83058"/>
                </a:lnTo>
                <a:close/>
              </a:path>
              <a:path w="1211579" h="247015">
                <a:moveTo>
                  <a:pt x="681735" y="56134"/>
                </a:moveTo>
                <a:lnTo>
                  <a:pt x="570356" y="56134"/>
                </a:lnTo>
                <a:lnTo>
                  <a:pt x="570356" y="83058"/>
                </a:lnTo>
                <a:lnTo>
                  <a:pt x="681735" y="83058"/>
                </a:lnTo>
                <a:lnTo>
                  <a:pt x="681735" y="56134"/>
                </a:lnTo>
                <a:close/>
              </a:path>
              <a:path w="1211579" h="247015">
                <a:moveTo>
                  <a:pt x="520064" y="83058"/>
                </a:moveTo>
                <a:lnTo>
                  <a:pt x="490981" y="83058"/>
                </a:lnTo>
                <a:lnTo>
                  <a:pt x="490981" y="184150"/>
                </a:lnTo>
                <a:lnTo>
                  <a:pt x="520064" y="184150"/>
                </a:lnTo>
                <a:lnTo>
                  <a:pt x="520064" y="83058"/>
                </a:lnTo>
                <a:close/>
              </a:path>
              <a:path w="1211579" h="247015">
                <a:moveTo>
                  <a:pt x="561212" y="56134"/>
                </a:moveTo>
                <a:lnTo>
                  <a:pt x="449960" y="56134"/>
                </a:lnTo>
                <a:lnTo>
                  <a:pt x="449960" y="83058"/>
                </a:lnTo>
                <a:lnTo>
                  <a:pt x="561212" y="83058"/>
                </a:lnTo>
                <a:lnTo>
                  <a:pt x="561212" y="56134"/>
                </a:lnTo>
                <a:close/>
              </a:path>
              <a:path w="1211579" h="247015">
                <a:moveTo>
                  <a:pt x="373113" y="84709"/>
                </a:moveTo>
                <a:lnTo>
                  <a:pt x="343534" y="84709"/>
                </a:lnTo>
                <a:lnTo>
                  <a:pt x="344127" y="85217"/>
                </a:lnTo>
                <a:lnTo>
                  <a:pt x="344480" y="85598"/>
                </a:lnTo>
                <a:lnTo>
                  <a:pt x="364378" y="124634"/>
                </a:lnTo>
                <a:lnTo>
                  <a:pt x="389254" y="170942"/>
                </a:lnTo>
                <a:lnTo>
                  <a:pt x="414147" y="185547"/>
                </a:lnTo>
                <a:lnTo>
                  <a:pt x="423177" y="184286"/>
                </a:lnTo>
                <a:lnTo>
                  <a:pt x="431530" y="179371"/>
                </a:lnTo>
                <a:lnTo>
                  <a:pt x="437667" y="169098"/>
                </a:lnTo>
                <a:lnTo>
                  <a:pt x="439547" y="155448"/>
                </a:lnTo>
                <a:lnTo>
                  <a:pt x="410209" y="155448"/>
                </a:lnTo>
                <a:lnTo>
                  <a:pt x="409448" y="154686"/>
                </a:lnTo>
                <a:lnTo>
                  <a:pt x="402425" y="140991"/>
                </a:lnTo>
                <a:lnTo>
                  <a:pt x="388350" y="113776"/>
                </a:lnTo>
                <a:lnTo>
                  <a:pt x="373396" y="85217"/>
                </a:lnTo>
                <a:lnTo>
                  <a:pt x="373113" y="84709"/>
                </a:lnTo>
                <a:close/>
              </a:path>
              <a:path w="1211579" h="247015">
                <a:moveTo>
                  <a:pt x="339725" y="54610"/>
                </a:moveTo>
                <a:lnTo>
                  <a:pt x="329794" y="56007"/>
                </a:lnTo>
                <a:lnTo>
                  <a:pt x="330439" y="56007"/>
                </a:lnTo>
                <a:lnTo>
                  <a:pt x="322294" y="60832"/>
                </a:lnTo>
                <a:lnTo>
                  <a:pt x="316186" y="71112"/>
                </a:lnTo>
                <a:lnTo>
                  <a:pt x="313816" y="88392"/>
                </a:lnTo>
                <a:lnTo>
                  <a:pt x="313816" y="184150"/>
                </a:lnTo>
                <a:lnTo>
                  <a:pt x="342518" y="184150"/>
                </a:lnTo>
                <a:lnTo>
                  <a:pt x="342518" y="98552"/>
                </a:lnTo>
                <a:lnTo>
                  <a:pt x="342137" y="90043"/>
                </a:lnTo>
                <a:lnTo>
                  <a:pt x="342010" y="85598"/>
                </a:lnTo>
                <a:lnTo>
                  <a:pt x="342773" y="85217"/>
                </a:lnTo>
                <a:lnTo>
                  <a:pt x="343534" y="84709"/>
                </a:lnTo>
                <a:lnTo>
                  <a:pt x="373113" y="84709"/>
                </a:lnTo>
                <a:lnTo>
                  <a:pt x="364616" y="69215"/>
                </a:lnTo>
                <a:lnTo>
                  <a:pt x="360227" y="63289"/>
                </a:lnTo>
                <a:lnTo>
                  <a:pt x="354933" y="58674"/>
                </a:lnTo>
                <a:lnTo>
                  <a:pt x="348257" y="55677"/>
                </a:lnTo>
                <a:lnTo>
                  <a:pt x="339725" y="54610"/>
                </a:lnTo>
                <a:close/>
              </a:path>
              <a:path w="1211579" h="247015">
                <a:moveTo>
                  <a:pt x="440054" y="56007"/>
                </a:moveTo>
                <a:lnTo>
                  <a:pt x="411352" y="56007"/>
                </a:lnTo>
                <a:lnTo>
                  <a:pt x="411352" y="141605"/>
                </a:lnTo>
                <a:lnTo>
                  <a:pt x="411733" y="150114"/>
                </a:lnTo>
                <a:lnTo>
                  <a:pt x="411781" y="151765"/>
                </a:lnTo>
                <a:lnTo>
                  <a:pt x="411864" y="154686"/>
                </a:lnTo>
                <a:lnTo>
                  <a:pt x="411606" y="154686"/>
                </a:lnTo>
                <a:lnTo>
                  <a:pt x="411099" y="154940"/>
                </a:lnTo>
                <a:lnTo>
                  <a:pt x="410209" y="155448"/>
                </a:lnTo>
                <a:lnTo>
                  <a:pt x="439547" y="155448"/>
                </a:lnTo>
                <a:lnTo>
                  <a:pt x="440054" y="151765"/>
                </a:lnTo>
                <a:lnTo>
                  <a:pt x="440054" y="56007"/>
                </a:lnTo>
                <a:close/>
              </a:path>
              <a:path w="1211579" h="247015">
                <a:moveTo>
                  <a:pt x="104775" y="0"/>
                </a:moveTo>
                <a:lnTo>
                  <a:pt x="98805" y="0"/>
                </a:lnTo>
                <a:lnTo>
                  <a:pt x="87964" y="635"/>
                </a:lnTo>
                <a:lnTo>
                  <a:pt x="88756" y="635"/>
                </a:lnTo>
                <a:lnTo>
                  <a:pt x="79660" y="2238"/>
                </a:lnTo>
                <a:lnTo>
                  <a:pt x="44719" y="19081"/>
                </a:lnTo>
                <a:lnTo>
                  <a:pt x="17565" y="50022"/>
                </a:lnTo>
                <a:lnTo>
                  <a:pt x="2111" y="92170"/>
                </a:lnTo>
                <a:lnTo>
                  <a:pt x="27" y="115951"/>
                </a:lnTo>
                <a:lnTo>
                  <a:pt x="0" y="116586"/>
                </a:lnTo>
                <a:lnTo>
                  <a:pt x="5947" y="155858"/>
                </a:lnTo>
                <a:lnTo>
                  <a:pt x="15935" y="179191"/>
                </a:lnTo>
                <a:lnTo>
                  <a:pt x="16019" y="179363"/>
                </a:lnTo>
                <a:lnTo>
                  <a:pt x="48136" y="217620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17" y="246231"/>
                </a:lnTo>
                <a:lnTo>
                  <a:pt x="180593" y="236855"/>
                </a:lnTo>
                <a:lnTo>
                  <a:pt x="215991" y="214757"/>
                </a:lnTo>
                <a:lnTo>
                  <a:pt x="130428" y="214757"/>
                </a:lnTo>
                <a:lnTo>
                  <a:pt x="120457" y="214262"/>
                </a:lnTo>
                <a:lnTo>
                  <a:pt x="83768" y="203023"/>
                </a:lnTo>
                <a:lnTo>
                  <a:pt x="48958" y="171592"/>
                </a:lnTo>
                <a:lnTo>
                  <a:pt x="34072" y="136239"/>
                </a:lnTo>
                <a:lnTo>
                  <a:pt x="32003" y="115951"/>
                </a:lnTo>
                <a:lnTo>
                  <a:pt x="32351" y="108204"/>
                </a:lnTo>
                <a:lnTo>
                  <a:pt x="35528" y="89483"/>
                </a:lnTo>
                <a:lnTo>
                  <a:pt x="35593" y="89197"/>
                </a:lnTo>
                <a:lnTo>
                  <a:pt x="38102" y="81534"/>
                </a:lnTo>
                <a:lnTo>
                  <a:pt x="38226" y="81153"/>
                </a:lnTo>
                <a:lnTo>
                  <a:pt x="41402" y="73661"/>
                </a:lnTo>
                <a:lnTo>
                  <a:pt x="75072" y="37306"/>
                </a:lnTo>
                <a:lnTo>
                  <a:pt x="86196" y="33091"/>
                </a:lnTo>
                <a:lnTo>
                  <a:pt x="85784" y="33091"/>
                </a:lnTo>
                <a:lnTo>
                  <a:pt x="97408" y="31877"/>
                </a:lnTo>
                <a:lnTo>
                  <a:pt x="229910" y="31877"/>
                </a:lnTo>
                <a:lnTo>
                  <a:pt x="223875" y="25622"/>
                </a:lnTo>
                <a:lnTo>
                  <a:pt x="216201" y="19081"/>
                </a:lnTo>
                <a:lnTo>
                  <a:pt x="208027" y="13446"/>
                </a:lnTo>
                <a:lnTo>
                  <a:pt x="199389" y="8763"/>
                </a:lnTo>
                <a:lnTo>
                  <a:pt x="192781" y="5969"/>
                </a:lnTo>
                <a:lnTo>
                  <a:pt x="130428" y="5969"/>
                </a:lnTo>
                <a:lnTo>
                  <a:pt x="126873" y="4318"/>
                </a:lnTo>
                <a:lnTo>
                  <a:pt x="121919" y="2921"/>
                </a:lnTo>
                <a:lnTo>
                  <a:pt x="110871" y="635"/>
                </a:lnTo>
                <a:lnTo>
                  <a:pt x="104775" y="0"/>
                </a:lnTo>
                <a:close/>
              </a:path>
              <a:path w="1211579" h="247015">
                <a:moveTo>
                  <a:pt x="229910" y="31877"/>
                </a:moveTo>
                <a:lnTo>
                  <a:pt x="163449" y="31877"/>
                </a:lnTo>
                <a:lnTo>
                  <a:pt x="174851" y="33091"/>
                </a:lnTo>
                <a:lnTo>
                  <a:pt x="186277" y="37496"/>
                </a:lnTo>
                <a:lnTo>
                  <a:pt x="216042" y="67087"/>
                </a:lnTo>
                <a:lnTo>
                  <a:pt x="228457" y="106715"/>
                </a:lnTo>
                <a:lnTo>
                  <a:pt x="228853" y="115951"/>
                </a:lnTo>
                <a:lnTo>
                  <a:pt x="228413" y="124714"/>
                </a:lnTo>
                <a:lnTo>
                  <a:pt x="228340" y="126184"/>
                </a:lnTo>
                <a:lnTo>
                  <a:pt x="216900" y="163447"/>
                </a:lnTo>
                <a:lnTo>
                  <a:pt x="185261" y="198135"/>
                </a:lnTo>
                <a:lnTo>
                  <a:pt x="140418" y="214262"/>
                </a:lnTo>
                <a:lnTo>
                  <a:pt x="130428" y="214757"/>
                </a:lnTo>
                <a:lnTo>
                  <a:pt x="215991" y="214757"/>
                </a:lnTo>
                <a:lnTo>
                  <a:pt x="244857" y="179363"/>
                </a:lnTo>
                <a:lnTo>
                  <a:pt x="258238" y="143240"/>
                </a:lnTo>
                <a:lnTo>
                  <a:pt x="260984" y="116586"/>
                </a:lnTo>
                <a:lnTo>
                  <a:pt x="260622" y="108204"/>
                </a:lnTo>
                <a:lnTo>
                  <a:pt x="260502" y="105410"/>
                </a:lnTo>
                <a:lnTo>
                  <a:pt x="260447" y="104140"/>
                </a:lnTo>
                <a:lnTo>
                  <a:pt x="248533" y="59594"/>
                </a:lnTo>
                <a:lnTo>
                  <a:pt x="231070" y="33091"/>
                </a:lnTo>
                <a:lnTo>
                  <a:pt x="229910" y="31877"/>
                </a:lnTo>
                <a:close/>
              </a:path>
              <a:path w="1211579" h="247015">
                <a:moveTo>
                  <a:pt x="163449" y="31877"/>
                </a:moveTo>
                <a:lnTo>
                  <a:pt x="97408" y="31877"/>
                </a:lnTo>
                <a:lnTo>
                  <a:pt x="92469" y="37306"/>
                </a:lnTo>
                <a:lnTo>
                  <a:pt x="75942" y="77152"/>
                </a:lnTo>
                <a:lnTo>
                  <a:pt x="75754" y="80724"/>
                </a:lnTo>
                <a:lnTo>
                  <a:pt x="75651" y="82677"/>
                </a:lnTo>
                <a:lnTo>
                  <a:pt x="92201" y="124714"/>
                </a:lnTo>
                <a:lnTo>
                  <a:pt x="130428" y="140335"/>
                </a:lnTo>
                <a:lnTo>
                  <a:pt x="141098" y="139287"/>
                </a:lnTo>
                <a:lnTo>
                  <a:pt x="175528" y="116586"/>
                </a:lnTo>
                <a:lnTo>
                  <a:pt x="180180" y="108204"/>
                </a:lnTo>
                <a:lnTo>
                  <a:pt x="123571" y="108204"/>
                </a:lnTo>
                <a:lnTo>
                  <a:pt x="117728" y="105410"/>
                </a:lnTo>
                <a:lnTo>
                  <a:pt x="109600" y="96266"/>
                </a:lnTo>
                <a:lnTo>
                  <a:pt x="107187" y="89789"/>
                </a:lnTo>
                <a:lnTo>
                  <a:pt x="107313" y="81153"/>
                </a:lnTo>
                <a:lnTo>
                  <a:pt x="125602" y="42799"/>
                </a:lnTo>
                <a:lnTo>
                  <a:pt x="130428" y="40005"/>
                </a:lnTo>
                <a:lnTo>
                  <a:pt x="170510" y="40005"/>
                </a:lnTo>
                <a:lnTo>
                  <a:pt x="168649" y="37496"/>
                </a:lnTo>
                <a:lnTo>
                  <a:pt x="163449" y="31877"/>
                </a:lnTo>
                <a:close/>
              </a:path>
              <a:path w="1211579" h="247015">
                <a:moveTo>
                  <a:pt x="170510" y="40005"/>
                </a:moveTo>
                <a:lnTo>
                  <a:pt x="130428" y="40005"/>
                </a:lnTo>
                <a:lnTo>
                  <a:pt x="134238" y="42037"/>
                </a:lnTo>
                <a:lnTo>
                  <a:pt x="141224" y="48768"/>
                </a:lnTo>
                <a:lnTo>
                  <a:pt x="153509" y="80724"/>
                </a:lnTo>
                <a:lnTo>
                  <a:pt x="153544" y="81153"/>
                </a:lnTo>
                <a:lnTo>
                  <a:pt x="153669" y="89789"/>
                </a:lnTo>
                <a:lnTo>
                  <a:pt x="151383" y="96266"/>
                </a:lnTo>
                <a:lnTo>
                  <a:pt x="147192" y="100838"/>
                </a:lnTo>
                <a:lnTo>
                  <a:pt x="143128" y="105410"/>
                </a:lnTo>
                <a:lnTo>
                  <a:pt x="137413" y="108204"/>
                </a:lnTo>
                <a:lnTo>
                  <a:pt x="180180" y="108204"/>
                </a:lnTo>
                <a:lnTo>
                  <a:pt x="180847" y="106997"/>
                </a:lnTo>
                <a:lnTo>
                  <a:pt x="184211" y="96266"/>
                </a:lnTo>
                <a:lnTo>
                  <a:pt x="185419" y="84328"/>
                </a:lnTo>
                <a:lnTo>
                  <a:pt x="185297" y="81153"/>
                </a:lnTo>
                <a:lnTo>
                  <a:pt x="185280" y="80724"/>
                </a:lnTo>
                <a:lnTo>
                  <a:pt x="185158" y="77557"/>
                </a:lnTo>
                <a:lnTo>
                  <a:pt x="173148" y="43561"/>
                </a:lnTo>
                <a:lnTo>
                  <a:pt x="170510" y="40005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986" y="635"/>
                </a:lnTo>
                <a:lnTo>
                  <a:pt x="144399" y="1778"/>
                </a:lnTo>
                <a:lnTo>
                  <a:pt x="138112" y="2921"/>
                </a:lnTo>
                <a:lnTo>
                  <a:pt x="138398" y="2921"/>
                </a:lnTo>
                <a:lnTo>
                  <a:pt x="133857" y="4318"/>
                </a:lnTo>
                <a:lnTo>
                  <a:pt x="130428" y="5969"/>
                </a:lnTo>
                <a:lnTo>
                  <a:pt x="192781" y="5969"/>
                </a:lnTo>
                <a:lnTo>
                  <a:pt x="190448" y="4982"/>
                </a:lnTo>
                <a:lnTo>
                  <a:pt x="181197" y="2238"/>
                </a:lnTo>
                <a:lnTo>
                  <a:pt x="172101" y="635"/>
                </a:lnTo>
                <a:lnTo>
                  <a:pt x="172893" y="635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A2137C68-BE60-0FF6-6D80-A388EEA15E03}"/>
              </a:ext>
            </a:extLst>
          </p:cNvPr>
          <p:cNvSpPr txBox="1"/>
          <p:nvPr/>
        </p:nvSpPr>
        <p:spPr>
          <a:xfrm>
            <a:off x="7955959" y="2945688"/>
            <a:ext cx="4202349" cy="32637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lang="es-MX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Fecha de Inicio 10/03/2026 – Fecha Fin 26/03/2026</a:t>
            </a:r>
            <a:endParaRPr lang="es-MX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7FD1-9808-E374-9363-5A0D91E61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FA54C7-8914-7078-5FBE-E815E230EF11}"/>
              </a:ext>
            </a:extLst>
          </p:cNvPr>
          <p:cNvSpPr/>
          <p:nvPr/>
        </p:nvSpPr>
        <p:spPr>
          <a:xfrm>
            <a:off x="10588752" y="6428232"/>
            <a:ext cx="1211580" cy="247015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007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0B49364-A4AC-7257-64C7-95A6178BF86A}"/>
              </a:ext>
            </a:extLst>
          </p:cNvPr>
          <p:cNvGrpSpPr/>
          <p:nvPr/>
        </p:nvGrpSpPr>
        <p:grpSpPr>
          <a:xfrm>
            <a:off x="6441566" y="714755"/>
            <a:ext cx="5412105" cy="5414645"/>
            <a:chOff x="6441566" y="714755"/>
            <a:chExt cx="5412105" cy="5414645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A847BE6-DE66-C4E6-17BC-EB4126B2115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2074" y="717549"/>
              <a:ext cx="5411470" cy="5411470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62B84C5-E35D-5238-FBD4-547C61F45DB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1566" y="714755"/>
              <a:ext cx="5400167" cy="5412778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BC449C-A9DB-9081-9FD9-35AE10511724}"/>
              </a:ext>
            </a:extLst>
          </p:cNvPr>
          <p:cNvSpPr txBox="1"/>
          <p:nvPr/>
        </p:nvSpPr>
        <p:spPr>
          <a:xfrm>
            <a:off x="6055867" y="6477711"/>
            <a:ext cx="825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C025EB1-ABD2-BDF5-CF86-1A00A17BDB31}"/>
              </a:ext>
            </a:extLst>
          </p:cNvPr>
          <p:cNvSpPr/>
          <p:nvPr/>
        </p:nvSpPr>
        <p:spPr>
          <a:xfrm>
            <a:off x="10588752" y="6428232"/>
            <a:ext cx="1211580" cy="247015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585F819-A639-E9E4-091E-FF69E8046170}"/>
              </a:ext>
            </a:extLst>
          </p:cNvPr>
          <p:cNvSpPr txBox="1"/>
          <p:nvPr/>
        </p:nvSpPr>
        <p:spPr>
          <a:xfrm>
            <a:off x="381000" y="6500083"/>
            <a:ext cx="45783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56BAADE-9A6D-5E44-8C32-71D33EA88FBA}"/>
              </a:ext>
            </a:extLst>
          </p:cNvPr>
          <p:cNvSpPr txBox="1"/>
          <p:nvPr/>
        </p:nvSpPr>
        <p:spPr>
          <a:xfrm>
            <a:off x="377952" y="6495816"/>
            <a:ext cx="2073275" cy="118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19"/>
              </a:lnSpc>
              <a:tabLst>
                <a:tab pos="993775" algn="l"/>
              </a:tabLst>
            </a:pPr>
            <a:r>
              <a:rPr sz="1200" baseline="3472" dirty="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1200" spc="315" baseline="3472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30" baseline="3472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r>
              <a:rPr sz="1200" baseline="3472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NTT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Inc.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72151A9-7ABA-4F1A-A1E8-F9CBA794C6AF}"/>
              </a:ext>
            </a:extLst>
          </p:cNvPr>
          <p:cNvSpPr/>
          <p:nvPr/>
        </p:nvSpPr>
        <p:spPr>
          <a:xfrm>
            <a:off x="377825" y="6396482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" y="304800"/>
                </a:lnTo>
                <a:lnTo>
                  <a:pt x="914400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DC98332-EC04-B9DD-9D1E-9E3555FA2131}"/>
              </a:ext>
            </a:extLst>
          </p:cNvPr>
          <p:cNvSpPr/>
          <p:nvPr/>
        </p:nvSpPr>
        <p:spPr>
          <a:xfrm>
            <a:off x="229590" y="6400800"/>
            <a:ext cx="2790825" cy="304800"/>
          </a:xfrm>
          <a:custGeom>
            <a:avLst/>
            <a:gdLst/>
            <a:ahLst/>
            <a:cxnLst/>
            <a:rect l="l" t="t" r="r" b="b"/>
            <a:pathLst>
              <a:path w="2790825" h="304800">
                <a:moveTo>
                  <a:pt x="2790317" y="0"/>
                </a:moveTo>
                <a:lnTo>
                  <a:pt x="0" y="0"/>
                </a:lnTo>
                <a:lnTo>
                  <a:pt x="0" y="304800"/>
                </a:lnTo>
                <a:lnTo>
                  <a:pt x="2790317" y="304800"/>
                </a:lnTo>
                <a:lnTo>
                  <a:pt x="2790317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FCDC101-5F1A-48CB-961F-3EF5D661F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9590" y="197151"/>
            <a:ext cx="4203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Agenda</a:t>
            </a:r>
            <a:r>
              <a:rPr spc="-20" dirty="0"/>
              <a:t> </a:t>
            </a:r>
            <a:r>
              <a:rPr dirty="0"/>
              <a:t>del</a:t>
            </a:r>
            <a:r>
              <a:rPr spc="-10" dirty="0"/>
              <a:t> Programa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DFCCB05-7105-F115-D0B2-3311A8916490}"/>
              </a:ext>
            </a:extLst>
          </p:cNvPr>
          <p:cNvSpPr txBox="1"/>
          <p:nvPr/>
        </p:nvSpPr>
        <p:spPr>
          <a:xfrm>
            <a:off x="310894" y="1752600"/>
            <a:ext cx="372770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Introducción</a:t>
            </a:r>
          </a:p>
          <a:p>
            <a:endParaRPr lang="es-MX" b="1" spc="-45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Ejecución</a:t>
            </a:r>
          </a:p>
          <a:p>
            <a:endParaRPr lang="es-MX" b="1" spc="-45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Contenido y Desarrollo</a:t>
            </a:r>
          </a:p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 Procesos y Evaluación</a:t>
            </a:r>
          </a:p>
          <a:p>
            <a:endParaRPr lang="es-MX" b="1" spc="-45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 Comunicación</a:t>
            </a:r>
          </a:p>
          <a:p>
            <a:endParaRPr lang="es-MX" b="1" spc="-45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MX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6. </a:t>
            </a:r>
            <a:r>
              <a:rPr lang="es-MX" sz="1800" b="1" spc="-4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¿Preguntas?</a:t>
            </a:r>
          </a:p>
          <a:p>
            <a:endParaRPr lang="es-MX" b="1" spc="-45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67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8AEF-F401-23A5-1C73-E7E65F27C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5A1ABF2-6C34-1AFC-6EB0-38FFC2F10A9F}"/>
              </a:ext>
            </a:extLst>
          </p:cNvPr>
          <p:cNvSpPr/>
          <p:nvPr/>
        </p:nvSpPr>
        <p:spPr>
          <a:xfrm>
            <a:off x="10588752" y="6428232"/>
            <a:ext cx="1211580" cy="247015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0071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DCDFB26-45BB-EFFE-D4FD-23056992E18B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8D74C69-0FD3-B8C4-7F99-7AE7BE4CA389}"/>
              </a:ext>
            </a:extLst>
          </p:cNvPr>
          <p:cNvSpPr txBox="1"/>
          <p:nvPr/>
        </p:nvSpPr>
        <p:spPr>
          <a:xfrm>
            <a:off x="2688705" y="6302756"/>
            <a:ext cx="457834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April</a:t>
            </a:r>
            <a:r>
              <a:rPr sz="80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94F1AE7-E4E4-4E1E-6C9D-4438257D7DFA}"/>
              </a:ext>
            </a:extLst>
          </p:cNvPr>
          <p:cNvSpPr/>
          <p:nvPr/>
        </p:nvSpPr>
        <p:spPr>
          <a:xfrm>
            <a:off x="2685530" y="6199155"/>
            <a:ext cx="914400" cy="304800"/>
          </a:xfrm>
          <a:custGeom>
            <a:avLst/>
            <a:gdLst/>
            <a:ahLst/>
            <a:cxnLst/>
            <a:rect l="l" t="t" r="r" b="b"/>
            <a:pathLst>
              <a:path w="914400" h="304800">
                <a:moveTo>
                  <a:pt x="9144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" y="304800"/>
                </a:lnTo>
                <a:lnTo>
                  <a:pt x="914400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B84D71D2-D6E0-5814-557C-E8B0232FFC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spcBef>
                <a:spcPts val="100"/>
              </a:spcBef>
            </a:pPr>
            <a:r>
              <a:rPr lang="es-MX" sz="2000" dirty="0"/>
              <a:t>1. </a:t>
            </a:r>
            <a:r>
              <a:rPr lang="es-MX"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Objetivo del Programa</a:t>
            </a:r>
            <a:endParaRPr sz="2000" dirty="0"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76DDAB08-3C48-D321-2C5D-AB960297690C}"/>
              </a:ext>
            </a:extLst>
          </p:cNvPr>
          <p:cNvSpPr txBox="1"/>
          <p:nvPr/>
        </p:nvSpPr>
        <p:spPr>
          <a:xfrm>
            <a:off x="6530509" y="1623869"/>
            <a:ext cx="39777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Horario</a:t>
            </a:r>
            <a:r>
              <a:rPr b="1" spc="-75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3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Bootcamp:</a:t>
            </a:r>
            <a:r>
              <a:rPr b="1" spc="-9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PE" b="1" spc="-9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4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</a:t>
            </a:r>
            <a:r>
              <a:rPr b="1" spc="-16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12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:00</a:t>
            </a:r>
            <a:r>
              <a:rPr b="1" spc="-170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3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</a:t>
            </a:r>
            <a:r>
              <a:rPr b="1" spc="-150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520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</a:t>
            </a:r>
            <a:r>
              <a:rPr b="1" spc="-170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4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  <a:r>
              <a:rPr b="1" spc="-170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12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:00</a:t>
            </a:r>
            <a:r>
              <a:rPr b="1" spc="-150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b="1" spc="-25" dirty="0">
                <a:solidFill>
                  <a:srgbClr val="6785C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pm</a:t>
            </a:r>
            <a:endParaRPr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object 7">
            <a:extLst>
              <a:ext uri="{FF2B5EF4-FFF2-40B4-BE49-F238E27FC236}">
                <a16:creationId xmlns:a16="http://schemas.microsoft.com/office/drawing/2014/main" id="{10B3820B-DCC1-CD7A-388D-51AB35573A8B}"/>
              </a:ext>
            </a:extLst>
          </p:cNvPr>
          <p:cNvSpPr/>
          <p:nvPr/>
        </p:nvSpPr>
        <p:spPr>
          <a:xfrm>
            <a:off x="6346476" y="1479468"/>
            <a:ext cx="4242275" cy="603680"/>
          </a:xfrm>
          <a:custGeom>
            <a:avLst/>
            <a:gdLst/>
            <a:ahLst/>
            <a:cxnLst/>
            <a:rect l="l" t="t" r="r" b="b"/>
            <a:pathLst>
              <a:path w="5539105" h="1151890">
                <a:moveTo>
                  <a:pt x="0" y="191909"/>
                </a:moveTo>
                <a:lnTo>
                  <a:pt x="5068" y="147904"/>
                </a:lnTo>
                <a:lnTo>
                  <a:pt x="19507" y="107510"/>
                </a:lnTo>
                <a:lnTo>
                  <a:pt x="42163" y="71877"/>
                </a:lnTo>
                <a:lnTo>
                  <a:pt x="71885" y="42158"/>
                </a:lnTo>
                <a:lnTo>
                  <a:pt x="107520" y="19504"/>
                </a:lnTo>
                <a:lnTo>
                  <a:pt x="147916" y="5068"/>
                </a:lnTo>
                <a:lnTo>
                  <a:pt x="191922" y="0"/>
                </a:lnTo>
                <a:lnTo>
                  <a:pt x="5347068" y="0"/>
                </a:lnTo>
                <a:lnTo>
                  <a:pt x="5391048" y="5068"/>
                </a:lnTo>
                <a:lnTo>
                  <a:pt x="5431431" y="19504"/>
                </a:lnTo>
                <a:lnTo>
                  <a:pt x="5467063" y="42158"/>
                </a:lnTo>
                <a:lnTo>
                  <a:pt x="5496787" y="71877"/>
                </a:lnTo>
                <a:lnTo>
                  <a:pt x="5519449" y="107510"/>
                </a:lnTo>
                <a:lnTo>
                  <a:pt x="5533893" y="147904"/>
                </a:lnTo>
                <a:lnTo>
                  <a:pt x="5538965" y="191909"/>
                </a:lnTo>
                <a:lnTo>
                  <a:pt x="5538965" y="959548"/>
                </a:lnTo>
                <a:lnTo>
                  <a:pt x="5533893" y="1003549"/>
                </a:lnTo>
                <a:lnTo>
                  <a:pt x="5519449" y="1043942"/>
                </a:lnTo>
                <a:lnTo>
                  <a:pt x="5496787" y="1079575"/>
                </a:lnTo>
                <a:lnTo>
                  <a:pt x="5467063" y="1109295"/>
                </a:lnTo>
                <a:lnTo>
                  <a:pt x="5431431" y="1131951"/>
                </a:lnTo>
                <a:lnTo>
                  <a:pt x="5391048" y="1146389"/>
                </a:lnTo>
                <a:lnTo>
                  <a:pt x="5347068" y="1151458"/>
                </a:lnTo>
                <a:lnTo>
                  <a:pt x="191922" y="1151458"/>
                </a:lnTo>
                <a:lnTo>
                  <a:pt x="147916" y="1146389"/>
                </a:lnTo>
                <a:lnTo>
                  <a:pt x="107520" y="1131951"/>
                </a:lnTo>
                <a:lnTo>
                  <a:pt x="71885" y="1109295"/>
                </a:lnTo>
                <a:lnTo>
                  <a:pt x="42163" y="1079575"/>
                </a:lnTo>
                <a:lnTo>
                  <a:pt x="19507" y="1043942"/>
                </a:lnTo>
                <a:lnTo>
                  <a:pt x="5068" y="1003549"/>
                </a:lnTo>
                <a:lnTo>
                  <a:pt x="0" y="959548"/>
                </a:lnTo>
                <a:lnTo>
                  <a:pt x="0" y="191909"/>
                </a:lnTo>
                <a:close/>
              </a:path>
            </a:pathLst>
          </a:custGeom>
          <a:ln w="12700">
            <a:solidFill>
              <a:srgbClr val="0E77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FE6FB660-B537-1CB2-C266-DF73066AF2A7}"/>
              </a:ext>
            </a:extLst>
          </p:cNvPr>
          <p:cNvGrpSpPr/>
          <p:nvPr/>
        </p:nvGrpSpPr>
        <p:grpSpPr>
          <a:xfrm>
            <a:off x="412441" y="1342732"/>
            <a:ext cx="4083359" cy="5161223"/>
            <a:chOff x="2663791" y="1193633"/>
            <a:chExt cx="3816417" cy="4880008"/>
          </a:xfrm>
        </p:grpSpPr>
        <p:sp>
          <p:nvSpPr>
            <p:cNvPr id="103" name="Rounded Rectangle 1">
              <a:extLst>
                <a:ext uri="{FF2B5EF4-FFF2-40B4-BE49-F238E27FC236}">
                  <a16:creationId xmlns:a16="http://schemas.microsoft.com/office/drawing/2014/main" id="{2793C7F8-384E-CAA9-D240-2D4023D9DE64}"/>
                </a:ext>
              </a:extLst>
            </p:cNvPr>
            <p:cNvSpPr/>
            <p:nvPr/>
          </p:nvSpPr>
          <p:spPr>
            <a:xfrm>
              <a:off x="4572000" y="1819275"/>
              <a:ext cx="1532823" cy="500513"/>
            </a:xfrm>
            <a:custGeom>
              <a:avLst/>
              <a:gdLst/>
              <a:ahLst/>
              <a:cxnLst/>
              <a:rect l="0" t="0" r="0" b="0"/>
              <a:pathLst>
                <a:path w="1532823" h="500513">
                  <a:moveTo>
                    <a:pt x="1282566" y="0"/>
                  </a:moveTo>
                  <a:cubicBezTo>
                    <a:pt x="1420781" y="0"/>
                    <a:pt x="1532823" y="112042"/>
                    <a:pt x="1532823" y="250256"/>
                  </a:cubicBezTo>
                  <a:cubicBezTo>
                    <a:pt x="1532823" y="388471"/>
                    <a:pt x="1420781" y="500513"/>
                    <a:pt x="1282566" y="500513"/>
                  </a:cubicBezTo>
                  <a:lnTo>
                    <a:pt x="0" y="500513"/>
                  </a:lnTo>
                  <a:lnTo>
                    <a:pt x="0" y="0"/>
                  </a:lnTo>
                  <a:lnTo>
                    <a:pt x="1282566" y="0"/>
                  </a:ln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Rounded Rectangle 2">
              <a:extLst>
                <a:ext uri="{FF2B5EF4-FFF2-40B4-BE49-F238E27FC236}">
                  <a16:creationId xmlns:a16="http://schemas.microsoft.com/office/drawing/2014/main" id="{15642B3A-6808-1B13-8629-6BE91E0D6E35}"/>
                </a:ext>
              </a:extLst>
            </p:cNvPr>
            <p:cNvSpPr/>
            <p:nvPr/>
          </p:nvSpPr>
          <p:spPr>
            <a:xfrm>
              <a:off x="4572000" y="1819275"/>
              <a:ext cx="1532823" cy="500513"/>
            </a:xfrm>
            <a:custGeom>
              <a:avLst/>
              <a:gdLst/>
              <a:ahLst/>
              <a:cxnLst/>
              <a:rect l="0" t="0" r="0" b="0"/>
              <a:pathLst>
                <a:path w="1532823" h="500513">
                  <a:moveTo>
                    <a:pt x="1282566" y="500513"/>
                  </a:moveTo>
                  <a:lnTo>
                    <a:pt x="0" y="500513"/>
                  </a:lnTo>
                  <a:moveTo>
                    <a:pt x="0" y="0"/>
                  </a:moveTo>
                  <a:lnTo>
                    <a:pt x="1282566" y="0"/>
                  </a:lnTo>
                  <a:moveTo>
                    <a:pt x="1282566" y="0"/>
                  </a:moveTo>
                  <a:cubicBezTo>
                    <a:pt x="1420779" y="0"/>
                    <a:pt x="1532823" y="112043"/>
                    <a:pt x="1532823" y="250256"/>
                  </a:cubicBezTo>
                  <a:cubicBezTo>
                    <a:pt x="1532823" y="388470"/>
                    <a:pt x="1420779" y="500513"/>
                    <a:pt x="1282566" y="500513"/>
                  </a:cubicBezTo>
                  <a:moveTo>
                    <a:pt x="0" y="500513"/>
                  </a:moveTo>
                  <a:lnTo>
                    <a:pt x="0" y="0"/>
                  </a:lnTo>
                </a:path>
              </a:pathLst>
            </a:custGeom>
            <a:noFill/>
            <a:ln w="7820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Rounded Rectangle 3">
              <a:extLst>
                <a:ext uri="{FF2B5EF4-FFF2-40B4-BE49-F238E27FC236}">
                  <a16:creationId xmlns:a16="http://schemas.microsoft.com/office/drawing/2014/main" id="{391D912A-84C4-0CA4-6486-309DC43F75A9}"/>
                </a:ext>
              </a:extLst>
            </p:cNvPr>
            <p:cNvSpPr/>
            <p:nvPr/>
          </p:nvSpPr>
          <p:spPr>
            <a:xfrm>
              <a:off x="4572000" y="3070559"/>
              <a:ext cx="1908208" cy="500513"/>
            </a:xfrm>
            <a:custGeom>
              <a:avLst/>
              <a:gdLst/>
              <a:ahLst/>
              <a:cxnLst/>
              <a:rect l="0" t="0" r="0" b="0"/>
              <a:pathLst>
                <a:path w="1908208" h="500513">
                  <a:moveTo>
                    <a:pt x="1657951" y="0"/>
                  </a:moveTo>
                  <a:cubicBezTo>
                    <a:pt x="1796166" y="0"/>
                    <a:pt x="1908208" y="112042"/>
                    <a:pt x="1908208" y="250256"/>
                  </a:cubicBezTo>
                  <a:cubicBezTo>
                    <a:pt x="1908208" y="388471"/>
                    <a:pt x="1796166" y="500513"/>
                    <a:pt x="1657951" y="500513"/>
                  </a:cubicBezTo>
                  <a:lnTo>
                    <a:pt x="0" y="500513"/>
                  </a:lnTo>
                  <a:lnTo>
                    <a:pt x="0" y="0"/>
                  </a:lnTo>
                  <a:lnTo>
                    <a:pt x="1657951" y="0"/>
                  </a:ln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ounded Rectangle 4">
              <a:extLst>
                <a:ext uri="{FF2B5EF4-FFF2-40B4-BE49-F238E27FC236}">
                  <a16:creationId xmlns:a16="http://schemas.microsoft.com/office/drawing/2014/main" id="{8BB0F66C-198E-6F57-F559-B699B80E07EA}"/>
                </a:ext>
              </a:extLst>
            </p:cNvPr>
            <p:cNvSpPr/>
            <p:nvPr/>
          </p:nvSpPr>
          <p:spPr>
            <a:xfrm>
              <a:off x="4572000" y="3070559"/>
              <a:ext cx="1908208" cy="500513"/>
            </a:xfrm>
            <a:custGeom>
              <a:avLst/>
              <a:gdLst/>
              <a:ahLst/>
              <a:cxnLst/>
              <a:rect l="0" t="0" r="0" b="0"/>
              <a:pathLst>
                <a:path w="1908208" h="500513">
                  <a:moveTo>
                    <a:pt x="1657951" y="500513"/>
                  </a:moveTo>
                  <a:lnTo>
                    <a:pt x="0" y="500513"/>
                  </a:lnTo>
                  <a:moveTo>
                    <a:pt x="0" y="0"/>
                  </a:moveTo>
                  <a:lnTo>
                    <a:pt x="1657951" y="0"/>
                  </a:lnTo>
                  <a:moveTo>
                    <a:pt x="1657951" y="0"/>
                  </a:moveTo>
                  <a:cubicBezTo>
                    <a:pt x="1796164" y="0"/>
                    <a:pt x="1908208" y="112043"/>
                    <a:pt x="1908208" y="250256"/>
                  </a:cubicBezTo>
                  <a:cubicBezTo>
                    <a:pt x="1908208" y="388470"/>
                    <a:pt x="1796164" y="500513"/>
                    <a:pt x="1657951" y="500513"/>
                  </a:cubicBezTo>
                  <a:moveTo>
                    <a:pt x="0" y="500513"/>
                  </a:moveTo>
                  <a:lnTo>
                    <a:pt x="0" y="0"/>
                  </a:lnTo>
                </a:path>
              </a:pathLst>
            </a:custGeom>
            <a:noFill/>
            <a:ln w="7820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ounded Rectangle 5">
              <a:extLst>
                <a:ext uri="{FF2B5EF4-FFF2-40B4-BE49-F238E27FC236}">
                  <a16:creationId xmlns:a16="http://schemas.microsoft.com/office/drawing/2014/main" id="{56245948-FFB1-26AA-4286-5C969208283B}"/>
                </a:ext>
              </a:extLst>
            </p:cNvPr>
            <p:cNvSpPr/>
            <p:nvPr/>
          </p:nvSpPr>
          <p:spPr>
            <a:xfrm>
              <a:off x="4572000" y="5573128"/>
              <a:ext cx="907181" cy="500513"/>
            </a:xfrm>
            <a:custGeom>
              <a:avLst/>
              <a:gdLst/>
              <a:ahLst/>
              <a:cxnLst/>
              <a:rect l="0" t="0" r="0" b="0"/>
              <a:pathLst>
                <a:path w="907181" h="500513">
                  <a:moveTo>
                    <a:pt x="656924" y="0"/>
                  </a:moveTo>
                  <a:cubicBezTo>
                    <a:pt x="795138" y="0"/>
                    <a:pt x="907181" y="112042"/>
                    <a:pt x="907181" y="250256"/>
                  </a:cubicBezTo>
                  <a:cubicBezTo>
                    <a:pt x="907181" y="388471"/>
                    <a:pt x="795138" y="500513"/>
                    <a:pt x="656924" y="500513"/>
                  </a:cubicBezTo>
                  <a:lnTo>
                    <a:pt x="0" y="500513"/>
                  </a:lnTo>
                  <a:lnTo>
                    <a:pt x="0" y="0"/>
                  </a:lnTo>
                  <a:lnTo>
                    <a:pt x="656924" y="0"/>
                  </a:lnTo>
                </a:path>
              </a:pathLst>
            </a:custGeom>
            <a:solidFill>
              <a:srgbClr val="FFF2E5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Rounded Rectangle 6">
              <a:extLst>
                <a:ext uri="{FF2B5EF4-FFF2-40B4-BE49-F238E27FC236}">
                  <a16:creationId xmlns:a16="http://schemas.microsoft.com/office/drawing/2014/main" id="{9F54AB32-FBF4-E19F-3C2E-77DB4A693CC6}"/>
                </a:ext>
              </a:extLst>
            </p:cNvPr>
            <p:cNvSpPr/>
            <p:nvPr/>
          </p:nvSpPr>
          <p:spPr>
            <a:xfrm>
              <a:off x="4572000" y="5573128"/>
              <a:ext cx="907181" cy="500513"/>
            </a:xfrm>
            <a:custGeom>
              <a:avLst/>
              <a:gdLst/>
              <a:ahLst/>
              <a:cxnLst/>
              <a:rect l="0" t="0" r="0" b="0"/>
              <a:pathLst>
                <a:path w="907181" h="500513">
                  <a:moveTo>
                    <a:pt x="656924" y="500513"/>
                  </a:moveTo>
                  <a:lnTo>
                    <a:pt x="0" y="500513"/>
                  </a:lnTo>
                  <a:moveTo>
                    <a:pt x="0" y="0"/>
                  </a:moveTo>
                  <a:lnTo>
                    <a:pt x="656924" y="0"/>
                  </a:lnTo>
                  <a:moveTo>
                    <a:pt x="656924" y="0"/>
                  </a:moveTo>
                  <a:cubicBezTo>
                    <a:pt x="795137" y="0"/>
                    <a:pt x="907181" y="112043"/>
                    <a:pt x="907181" y="250256"/>
                  </a:cubicBezTo>
                  <a:cubicBezTo>
                    <a:pt x="907181" y="388470"/>
                    <a:pt x="795137" y="500513"/>
                    <a:pt x="656924" y="500513"/>
                  </a:cubicBezTo>
                  <a:moveTo>
                    <a:pt x="0" y="500513"/>
                  </a:moveTo>
                  <a:lnTo>
                    <a:pt x="0" y="0"/>
                  </a:lnTo>
                </a:path>
              </a:pathLst>
            </a:custGeom>
            <a:noFill/>
            <a:ln w="7820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Rounded Rectangle 7">
              <a:extLst>
                <a:ext uri="{FF2B5EF4-FFF2-40B4-BE49-F238E27FC236}">
                  <a16:creationId xmlns:a16="http://schemas.microsoft.com/office/drawing/2014/main" id="{D556BFFF-0373-3C5B-A894-921F44D953C4}"/>
                </a:ext>
              </a:extLst>
            </p:cNvPr>
            <p:cNvSpPr/>
            <p:nvPr/>
          </p:nvSpPr>
          <p:spPr>
            <a:xfrm>
              <a:off x="4572000" y="4321843"/>
              <a:ext cx="1407694" cy="500513"/>
            </a:xfrm>
            <a:custGeom>
              <a:avLst/>
              <a:gdLst/>
              <a:ahLst/>
              <a:cxnLst/>
              <a:rect l="0" t="0" r="0" b="0"/>
              <a:pathLst>
                <a:path w="1407694" h="500513">
                  <a:moveTo>
                    <a:pt x="1157437" y="0"/>
                  </a:moveTo>
                  <a:cubicBezTo>
                    <a:pt x="1295652" y="0"/>
                    <a:pt x="1407694" y="112042"/>
                    <a:pt x="1407694" y="250256"/>
                  </a:cubicBezTo>
                  <a:cubicBezTo>
                    <a:pt x="1407694" y="388471"/>
                    <a:pt x="1295652" y="500513"/>
                    <a:pt x="1157437" y="500513"/>
                  </a:cubicBezTo>
                  <a:lnTo>
                    <a:pt x="0" y="500513"/>
                  </a:lnTo>
                  <a:lnTo>
                    <a:pt x="0" y="0"/>
                  </a:lnTo>
                  <a:lnTo>
                    <a:pt x="1157437" y="0"/>
                  </a:lnTo>
                </a:path>
              </a:pathLst>
            </a:custGeom>
            <a:solidFill>
              <a:srgbClr val="FFEBF7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Rounded Rectangle 8">
              <a:extLst>
                <a:ext uri="{FF2B5EF4-FFF2-40B4-BE49-F238E27FC236}">
                  <a16:creationId xmlns:a16="http://schemas.microsoft.com/office/drawing/2014/main" id="{CD40C726-FCAC-2120-F987-4B802A2E0915}"/>
                </a:ext>
              </a:extLst>
            </p:cNvPr>
            <p:cNvSpPr/>
            <p:nvPr/>
          </p:nvSpPr>
          <p:spPr>
            <a:xfrm>
              <a:off x="4572000" y="4321843"/>
              <a:ext cx="1407694" cy="500513"/>
            </a:xfrm>
            <a:custGeom>
              <a:avLst/>
              <a:gdLst/>
              <a:ahLst/>
              <a:cxnLst/>
              <a:rect l="0" t="0" r="0" b="0"/>
              <a:pathLst>
                <a:path w="1407694" h="500513">
                  <a:moveTo>
                    <a:pt x="1157437" y="500513"/>
                  </a:moveTo>
                  <a:lnTo>
                    <a:pt x="0" y="500513"/>
                  </a:lnTo>
                  <a:moveTo>
                    <a:pt x="0" y="0"/>
                  </a:moveTo>
                  <a:lnTo>
                    <a:pt x="1157437" y="0"/>
                  </a:lnTo>
                  <a:moveTo>
                    <a:pt x="1157437" y="0"/>
                  </a:moveTo>
                  <a:cubicBezTo>
                    <a:pt x="1295651" y="0"/>
                    <a:pt x="1407694" y="112043"/>
                    <a:pt x="1407694" y="250256"/>
                  </a:cubicBezTo>
                  <a:cubicBezTo>
                    <a:pt x="1407694" y="388470"/>
                    <a:pt x="1295651" y="500513"/>
                    <a:pt x="1157437" y="500513"/>
                  </a:cubicBezTo>
                  <a:moveTo>
                    <a:pt x="0" y="500513"/>
                  </a:moveTo>
                  <a:lnTo>
                    <a:pt x="0" y="0"/>
                  </a:lnTo>
                </a:path>
              </a:pathLst>
            </a:custGeom>
            <a:noFill/>
            <a:ln w="7820">
              <a:solidFill>
                <a:srgbClr val="DE58A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Rounded Rectangle 9">
              <a:extLst>
                <a:ext uri="{FF2B5EF4-FFF2-40B4-BE49-F238E27FC236}">
                  <a16:creationId xmlns:a16="http://schemas.microsoft.com/office/drawing/2014/main" id="{6EF51505-9AB7-97DC-6A1E-7AF0C8254A5E}"/>
                </a:ext>
              </a:extLst>
            </p:cNvPr>
            <p:cNvSpPr/>
            <p:nvPr/>
          </p:nvSpPr>
          <p:spPr>
            <a:xfrm>
              <a:off x="3539690" y="1193633"/>
              <a:ext cx="1032309" cy="500513"/>
            </a:xfrm>
            <a:custGeom>
              <a:avLst/>
              <a:gdLst/>
              <a:ahLst/>
              <a:cxnLst/>
              <a:rect l="0" t="0" r="0" b="0"/>
              <a:pathLst>
                <a:path w="1032309" h="500513">
                  <a:moveTo>
                    <a:pt x="250256" y="500513"/>
                  </a:moveTo>
                  <a:cubicBezTo>
                    <a:pt x="112042" y="500513"/>
                    <a:pt x="0" y="388471"/>
                    <a:pt x="0" y="250256"/>
                  </a:cubicBezTo>
                  <a:cubicBezTo>
                    <a:pt x="0" y="112042"/>
                    <a:pt x="112042" y="0"/>
                    <a:pt x="250256" y="0"/>
                  </a:cubicBezTo>
                  <a:lnTo>
                    <a:pt x="1032309" y="0"/>
                  </a:lnTo>
                  <a:lnTo>
                    <a:pt x="1032309" y="500513"/>
                  </a:lnTo>
                  <a:lnTo>
                    <a:pt x="250256" y="500513"/>
                  </a:lnTo>
                </a:path>
              </a:pathLst>
            </a:custGeom>
            <a:solidFill>
              <a:srgbClr val="EDF4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 sz="3600" dirty="0"/>
            </a:p>
          </p:txBody>
        </p:sp>
        <p:sp>
          <p:nvSpPr>
            <p:cNvPr id="112" name="Rounded Rectangle 10">
              <a:extLst>
                <a:ext uri="{FF2B5EF4-FFF2-40B4-BE49-F238E27FC236}">
                  <a16:creationId xmlns:a16="http://schemas.microsoft.com/office/drawing/2014/main" id="{5AEAA9F6-0CED-66F3-D4E9-9F9BD626266F}"/>
                </a:ext>
              </a:extLst>
            </p:cNvPr>
            <p:cNvSpPr/>
            <p:nvPr/>
          </p:nvSpPr>
          <p:spPr>
            <a:xfrm>
              <a:off x="3539690" y="1193633"/>
              <a:ext cx="1032309" cy="500513"/>
            </a:xfrm>
            <a:custGeom>
              <a:avLst/>
              <a:gdLst/>
              <a:ahLst/>
              <a:cxnLst/>
              <a:rect l="0" t="0" r="0" b="0"/>
              <a:pathLst>
                <a:path w="1032309" h="500513">
                  <a:moveTo>
                    <a:pt x="250256" y="0"/>
                  </a:moveTo>
                  <a:lnTo>
                    <a:pt x="1032309" y="0"/>
                  </a:lnTo>
                  <a:moveTo>
                    <a:pt x="1032309" y="500513"/>
                  </a:moveTo>
                  <a:lnTo>
                    <a:pt x="250256" y="500513"/>
                  </a:lnTo>
                  <a:moveTo>
                    <a:pt x="250256" y="500513"/>
                  </a:moveTo>
                  <a:cubicBezTo>
                    <a:pt x="112043" y="500513"/>
                    <a:pt x="0" y="388470"/>
                    <a:pt x="0" y="250256"/>
                  </a:cubicBezTo>
                  <a:cubicBezTo>
                    <a:pt x="0" y="112043"/>
                    <a:pt x="112043" y="0"/>
                    <a:pt x="250256" y="0"/>
                  </a:cubicBezTo>
                  <a:moveTo>
                    <a:pt x="1032309" y="0"/>
                  </a:moveTo>
                  <a:lnTo>
                    <a:pt x="1032309" y="500513"/>
                  </a:lnTo>
                </a:path>
              </a:pathLst>
            </a:custGeom>
            <a:noFill/>
            <a:ln w="7820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Rounded Rectangle 11">
              <a:extLst>
                <a:ext uri="{FF2B5EF4-FFF2-40B4-BE49-F238E27FC236}">
                  <a16:creationId xmlns:a16="http://schemas.microsoft.com/office/drawing/2014/main" id="{21B8EE66-2083-F363-530B-748768DE5963}"/>
                </a:ext>
              </a:extLst>
            </p:cNvPr>
            <p:cNvSpPr/>
            <p:nvPr/>
          </p:nvSpPr>
          <p:spPr>
            <a:xfrm>
              <a:off x="3101741" y="2444917"/>
              <a:ext cx="1470258" cy="500513"/>
            </a:xfrm>
            <a:custGeom>
              <a:avLst/>
              <a:gdLst/>
              <a:ahLst/>
              <a:cxnLst/>
              <a:rect l="0" t="0" r="0" b="0"/>
              <a:pathLst>
                <a:path w="1470258" h="500513">
                  <a:moveTo>
                    <a:pt x="250256" y="500513"/>
                  </a:moveTo>
                  <a:cubicBezTo>
                    <a:pt x="112042" y="500513"/>
                    <a:pt x="0" y="388471"/>
                    <a:pt x="0" y="250256"/>
                  </a:cubicBezTo>
                  <a:cubicBezTo>
                    <a:pt x="0" y="112042"/>
                    <a:pt x="112042" y="0"/>
                    <a:pt x="250256" y="0"/>
                  </a:cubicBezTo>
                  <a:lnTo>
                    <a:pt x="1470258" y="0"/>
                  </a:lnTo>
                  <a:lnTo>
                    <a:pt x="1470258" y="500513"/>
                  </a:lnTo>
                  <a:lnTo>
                    <a:pt x="250256" y="500513"/>
                  </a:ln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Rounded Rectangle 12">
              <a:extLst>
                <a:ext uri="{FF2B5EF4-FFF2-40B4-BE49-F238E27FC236}">
                  <a16:creationId xmlns:a16="http://schemas.microsoft.com/office/drawing/2014/main" id="{65F50E41-015A-5126-6733-2FD095B4FB97}"/>
                </a:ext>
              </a:extLst>
            </p:cNvPr>
            <p:cNvSpPr/>
            <p:nvPr/>
          </p:nvSpPr>
          <p:spPr>
            <a:xfrm>
              <a:off x="3101741" y="2444917"/>
              <a:ext cx="1470258" cy="500513"/>
            </a:xfrm>
            <a:custGeom>
              <a:avLst/>
              <a:gdLst/>
              <a:ahLst/>
              <a:cxnLst/>
              <a:rect l="0" t="0" r="0" b="0"/>
              <a:pathLst>
                <a:path w="1470258" h="500513">
                  <a:moveTo>
                    <a:pt x="250256" y="0"/>
                  </a:moveTo>
                  <a:lnTo>
                    <a:pt x="1470258" y="0"/>
                  </a:lnTo>
                  <a:moveTo>
                    <a:pt x="1470258" y="500513"/>
                  </a:moveTo>
                  <a:lnTo>
                    <a:pt x="250256" y="500513"/>
                  </a:lnTo>
                  <a:moveTo>
                    <a:pt x="250256" y="500513"/>
                  </a:moveTo>
                  <a:cubicBezTo>
                    <a:pt x="112043" y="500513"/>
                    <a:pt x="0" y="388470"/>
                    <a:pt x="0" y="250256"/>
                  </a:cubicBezTo>
                  <a:cubicBezTo>
                    <a:pt x="0" y="112043"/>
                    <a:pt x="112043" y="0"/>
                    <a:pt x="250256" y="0"/>
                  </a:cubicBezTo>
                  <a:moveTo>
                    <a:pt x="1470258" y="0"/>
                  </a:moveTo>
                  <a:lnTo>
                    <a:pt x="1470258" y="500513"/>
                  </a:lnTo>
                </a:path>
              </a:pathLst>
            </a:custGeom>
            <a:noFill/>
            <a:ln w="7820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Rounded Rectangle 13">
              <a:extLst>
                <a:ext uri="{FF2B5EF4-FFF2-40B4-BE49-F238E27FC236}">
                  <a16:creationId xmlns:a16="http://schemas.microsoft.com/office/drawing/2014/main" id="{60B145CE-BDC6-E132-095C-F4A401C05378}"/>
                </a:ext>
              </a:extLst>
            </p:cNvPr>
            <p:cNvSpPr/>
            <p:nvPr/>
          </p:nvSpPr>
          <p:spPr>
            <a:xfrm>
              <a:off x="3039176" y="4947485"/>
              <a:ext cx="1532823" cy="500513"/>
            </a:xfrm>
            <a:custGeom>
              <a:avLst/>
              <a:gdLst/>
              <a:ahLst/>
              <a:cxnLst/>
              <a:rect l="0" t="0" r="0" b="0"/>
              <a:pathLst>
                <a:path w="1532823" h="500513">
                  <a:moveTo>
                    <a:pt x="250256" y="500513"/>
                  </a:moveTo>
                  <a:cubicBezTo>
                    <a:pt x="112042" y="500513"/>
                    <a:pt x="0" y="388471"/>
                    <a:pt x="0" y="250256"/>
                  </a:cubicBezTo>
                  <a:cubicBezTo>
                    <a:pt x="0" y="112042"/>
                    <a:pt x="112042" y="0"/>
                    <a:pt x="250256" y="0"/>
                  </a:cubicBezTo>
                  <a:lnTo>
                    <a:pt x="1532823" y="0"/>
                  </a:lnTo>
                  <a:lnTo>
                    <a:pt x="1532823" y="500513"/>
                  </a:lnTo>
                  <a:lnTo>
                    <a:pt x="250256" y="500513"/>
                  </a:lnTo>
                </a:path>
              </a:pathLst>
            </a:custGeom>
            <a:solidFill>
              <a:srgbClr val="FFECEB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Rounded Rectangle 14">
              <a:extLst>
                <a:ext uri="{FF2B5EF4-FFF2-40B4-BE49-F238E27FC236}">
                  <a16:creationId xmlns:a16="http://schemas.microsoft.com/office/drawing/2014/main" id="{0C3EC3FD-8F78-74FC-E4F0-8234033141C6}"/>
                </a:ext>
              </a:extLst>
            </p:cNvPr>
            <p:cNvSpPr/>
            <p:nvPr/>
          </p:nvSpPr>
          <p:spPr>
            <a:xfrm>
              <a:off x="3039176" y="4947485"/>
              <a:ext cx="1532823" cy="500513"/>
            </a:xfrm>
            <a:custGeom>
              <a:avLst/>
              <a:gdLst/>
              <a:ahLst/>
              <a:cxnLst/>
              <a:rect l="0" t="0" r="0" b="0"/>
              <a:pathLst>
                <a:path w="1532823" h="500513">
                  <a:moveTo>
                    <a:pt x="250256" y="0"/>
                  </a:moveTo>
                  <a:lnTo>
                    <a:pt x="1532823" y="0"/>
                  </a:lnTo>
                  <a:moveTo>
                    <a:pt x="1532823" y="500513"/>
                  </a:moveTo>
                  <a:lnTo>
                    <a:pt x="250256" y="500513"/>
                  </a:lnTo>
                  <a:moveTo>
                    <a:pt x="250256" y="500513"/>
                  </a:moveTo>
                  <a:cubicBezTo>
                    <a:pt x="112043" y="500513"/>
                    <a:pt x="0" y="388470"/>
                    <a:pt x="0" y="250256"/>
                  </a:cubicBezTo>
                  <a:cubicBezTo>
                    <a:pt x="0" y="112043"/>
                    <a:pt x="112043" y="0"/>
                    <a:pt x="250256" y="0"/>
                  </a:cubicBezTo>
                  <a:moveTo>
                    <a:pt x="1532823" y="0"/>
                  </a:moveTo>
                  <a:lnTo>
                    <a:pt x="1532823" y="500513"/>
                  </a:lnTo>
                </a:path>
              </a:pathLst>
            </a:custGeom>
            <a:noFill/>
            <a:ln w="7820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Rounded Rectangle 15">
              <a:extLst>
                <a:ext uri="{FF2B5EF4-FFF2-40B4-BE49-F238E27FC236}">
                  <a16:creationId xmlns:a16="http://schemas.microsoft.com/office/drawing/2014/main" id="{C1439B8F-79E8-6A20-6D76-8A500C1F8220}"/>
                </a:ext>
              </a:extLst>
            </p:cNvPr>
            <p:cNvSpPr/>
            <p:nvPr/>
          </p:nvSpPr>
          <p:spPr>
            <a:xfrm>
              <a:off x="2663791" y="3696201"/>
              <a:ext cx="1908208" cy="500513"/>
            </a:xfrm>
            <a:custGeom>
              <a:avLst/>
              <a:gdLst/>
              <a:ahLst/>
              <a:cxnLst/>
              <a:rect l="0" t="0" r="0" b="0"/>
              <a:pathLst>
                <a:path w="1908208" h="500513">
                  <a:moveTo>
                    <a:pt x="250256" y="500513"/>
                  </a:moveTo>
                  <a:cubicBezTo>
                    <a:pt x="112042" y="500513"/>
                    <a:pt x="0" y="388471"/>
                    <a:pt x="0" y="250256"/>
                  </a:cubicBezTo>
                  <a:cubicBezTo>
                    <a:pt x="0" y="112042"/>
                    <a:pt x="112042" y="0"/>
                    <a:pt x="250256" y="0"/>
                  </a:cubicBezTo>
                  <a:lnTo>
                    <a:pt x="1908208" y="0"/>
                  </a:lnTo>
                  <a:lnTo>
                    <a:pt x="1908208" y="500513"/>
                  </a:lnTo>
                  <a:lnTo>
                    <a:pt x="250256" y="500513"/>
                  </a:lnTo>
                </a:path>
              </a:pathLst>
            </a:custGeom>
            <a:solidFill>
              <a:srgbClr val="F3F0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Rounded Rectangle 16">
              <a:extLst>
                <a:ext uri="{FF2B5EF4-FFF2-40B4-BE49-F238E27FC236}">
                  <a16:creationId xmlns:a16="http://schemas.microsoft.com/office/drawing/2014/main" id="{F38777A5-D89C-F34C-8CB7-B775FF17B633}"/>
                </a:ext>
              </a:extLst>
            </p:cNvPr>
            <p:cNvSpPr/>
            <p:nvPr/>
          </p:nvSpPr>
          <p:spPr>
            <a:xfrm>
              <a:off x="2663791" y="3696201"/>
              <a:ext cx="1908208" cy="500513"/>
            </a:xfrm>
            <a:custGeom>
              <a:avLst/>
              <a:gdLst/>
              <a:ahLst/>
              <a:cxnLst/>
              <a:rect l="0" t="0" r="0" b="0"/>
              <a:pathLst>
                <a:path w="1908208" h="500513">
                  <a:moveTo>
                    <a:pt x="250256" y="0"/>
                  </a:moveTo>
                  <a:lnTo>
                    <a:pt x="1908208" y="0"/>
                  </a:lnTo>
                  <a:moveTo>
                    <a:pt x="1908208" y="500513"/>
                  </a:moveTo>
                  <a:lnTo>
                    <a:pt x="250256" y="500513"/>
                  </a:lnTo>
                  <a:moveTo>
                    <a:pt x="250256" y="500513"/>
                  </a:moveTo>
                  <a:cubicBezTo>
                    <a:pt x="112043" y="500513"/>
                    <a:pt x="0" y="388470"/>
                    <a:pt x="0" y="250256"/>
                  </a:cubicBezTo>
                  <a:cubicBezTo>
                    <a:pt x="0" y="112043"/>
                    <a:pt x="112043" y="0"/>
                    <a:pt x="250256" y="0"/>
                  </a:cubicBezTo>
                  <a:moveTo>
                    <a:pt x="1908208" y="0"/>
                  </a:moveTo>
                  <a:lnTo>
                    <a:pt x="1908208" y="500513"/>
                  </a:lnTo>
                </a:path>
              </a:pathLst>
            </a:custGeom>
            <a:noFill/>
            <a:ln w="7820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TextBox 17">
              <a:extLst>
                <a:ext uri="{FF2B5EF4-FFF2-40B4-BE49-F238E27FC236}">
                  <a16:creationId xmlns:a16="http://schemas.microsoft.com/office/drawing/2014/main" id="{CB1E97E8-4CC4-B48A-6AA0-5A127799E593}"/>
                </a:ext>
              </a:extLst>
            </p:cNvPr>
            <p:cNvSpPr txBox="1"/>
            <p:nvPr/>
          </p:nvSpPr>
          <p:spPr>
            <a:xfrm>
              <a:off x="4644991" y="2030429"/>
              <a:ext cx="997068" cy="92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PE" sz="600" dirty="0">
                  <a:solidFill>
                    <a:srgbClr val="3CC583"/>
                  </a:solidFill>
                  <a:latin typeface="Roboto"/>
                </a:rPr>
                <a:t>Nivelación de Conocimientos</a:t>
              </a:r>
              <a:endParaRPr sz="600" b="0" dirty="0">
                <a:solidFill>
                  <a:srgbClr val="3CC583"/>
                </a:solidFill>
                <a:latin typeface="Roboto"/>
              </a:endParaRPr>
            </a:p>
          </p:txBody>
        </p:sp>
        <p:sp>
          <p:nvSpPr>
            <p:cNvPr id="120" name="TextBox 18">
              <a:extLst>
                <a:ext uri="{FF2B5EF4-FFF2-40B4-BE49-F238E27FC236}">
                  <a16:creationId xmlns:a16="http://schemas.microsoft.com/office/drawing/2014/main" id="{3B1A9B4A-03D6-6B03-2820-38CFB15AB0BE}"/>
                </a:ext>
              </a:extLst>
            </p:cNvPr>
            <p:cNvSpPr txBox="1"/>
            <p:nvPr/>
          </p:nvSpPr>
          <p:spPr>
            <a:xfrm>
              <a:off x="3118818" y="1877591"/>
              <a:ext cx="138018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Asegurar que todos los</a:t>
              </a:r>
            </a:p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participantes tengan una base</a:t>
              </a:r>
            </a:p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técnica sólida</a:t>
              </a:r>
              <a:endParaRPr sz="800" b="0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121" name="TextBox 19">
              <a:extLst>
                <a:ext uri="{FF2B5EF4-FFF2-40B4-BE49-F238E27FC236}">
                  <a16:creationId xmlns:a16="http://schemas.microsoft.com/office/drawing/2014/main" id="{785920E4-4A07-48DA-76EC-646D2C050B2D}"/>
                </a:ext>
              </a:extLst>
            </p:cNvPr>
            <p:cNvSpPr txBox="1"/>
            <p:nvPr/>
          </p:nvSpPr>
          <p:spPr>
            <a:xfrm>
              <a:off x="3538387" y="2656071"/>
              <a:ext cx="960621" cy="109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600" b="0">
                  <a:solidFill>
                    <a:srgbClr val="92BD39"/>
                  </a:solidFill>
                  <a:latin typeface="Roboto"/>
                </a:rPr>
                <a:t>Aplicación de Herramientas</a:t>
              </a:r>
            </a:p>
          </p:txBody>
        </p:sp>
        <p:sp>
          <p:nvSpPr>
            <p:cNvPr id="122" name="TextBox 20">
              <a:extLst>
                <a:ext uri="{FF2B5EF4-FFF2-40B4-BE49-F238E27FC236}">
                  <a16:creationId xmlns:a16="http://schemas.microsoft.com/office/drawing/2014/main" id="{8E15870F-A6A3-7284-A46E-DD648B438A95}"/>
                </a:ext>
              </a:extLst>
            </p:cNvPr>
            <p:cNvSpPr txBox="1"/>
            <p:nvPr/>
          </p:nvSpPr>
          <p:spPr>
            <a:xfrm>
              <a:off x="4644991" y="2513065"/>
              <a:ext cx="11269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Usar las herramientas</a:t>
              </a:r>
            </a:p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aprendidas en proyectos</a:t>
              </a:r>
            </a:p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prácticos</a:t>
              </a:r>
            </a:p>
          </p:txBody>
        </p:sp>
        <p:sp>
          <p:nvSpPr>
            <p:cNvPr id="123" name="TextBox 21">
              <a:extLst>
                <a:ext uri="{FF2B5EF4-FFF2-40B4-BE49-F238E27FC236}">
                  <a16:creationId xmlns:a16="http://schemas.microsoft.com/office/drawing/2014/main" id="{4B532CD9-30A9-4EB3-C878-E8D33BF7A46A}"/>
                </a:ext>
              </a:extLst>
            </p:cNvPr>
            <p:cNvSpPr txBox="1"/>
            <p:nvPr/>
          </p:nvSpPr>
          <p:spPr>
            <a:xfrm>
              <a:off x="3118823" y="3234790"/>
              <a:ext cx="138018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Integrar nuevos empleados en</a:t>
              </a:r>
            </a:p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el programa</a:t>
              </a:r>
              <a:endParaRPr sz="800" b="0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124" name="TextBox 22">
              <a:extLst>
                <a:ext uri="{FF2B5EF4-FFF2-40B4-BE49-F238E27FC236}">
                  <a16:creationId xmlns:a16="http://schemas.microsoft.com/office/drawing/2014/main" id="{604F904A-3BB6-7D85-46C1-E713C9647DB2}"/>
                </a:ext>
              </a:extLst>
            </p:cNvPr>
            <p:cNvSpPr txBox="1"/>
            <p:nvPr/>
          </p:nvSpPr>
          <p:spPr>
            <a:xfrm>
              <a:off x="4644991" y="3281713"/>
              <a:ext cx="1373967" cy="109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1EABDA"/>
                  </a:solidFill>
                  <a:latin typeface="Roboto"/>
                </a:rPr>
                <a:t>Participación de Nuevos Colaboradores</a:t>
              </a:r>
            </a:p>
          </p:txBody>
        </p:sp>
        <p:sp>
          <p:nvSpPr>
            <p:cNvPr id="125" name="TextBox 23">
              <a:extLst>
                <a:ext uri="{FF2B5EF4-FFF2-40B4-BE49-F238E27FC236}">
                  <a16:creationId xmlns:a16="http://schemas.microsoft.com/office/drawing/2014/main" id="{2D0219CE-4E69-9ABA-A6CA-D2FE54AE7525}"/>
                </a:ext>
              </a:extLst>
            </p:cNvPr>
            <p:cNvSpPr txBox="1"/>
            <p:nvPr/>
          </p:nvSpPr>
          <p:spPr>
            <a:xfrm>
              <a:off x="4644991" y="1298872"/>
              <a:ext cx="134972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Un programa de capacitación</a:t>
              </a:r>
            </a:p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enfocado en microservicio</a:t>
              </a:r>
              <a:endParaRPr sz="800" b="0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126" name="TextBox 24">
              <a:extLst>
                <a:ext uri="{FF2B5EF4-FFF2-40B4-BE49-F238E27FC236}">
                  <a16:creationId xmlns:a16="http://schemas.microsoft.com/office/drawing/2014/main" id="{7D5E3651-BC70-0965-5E28-201F71CFCDBB}"/>
                </a:ext>
              </a:extLst>
            </p:cNvPr>
            <p:cNvSpPr txBox="1"/>
            <p:nvPr/>
          </p:nvSpPr>
          <p:spPr>
            <a:xfrm>
              <a:off x="3083180" y="3907355"/>
              <a:ext cx="1415843" cy="109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600" b="0">
                  <a:solidFill>
                    <a:srgbClr val="7F64EA"/>
                  </a:solidFill>
                  <a:latin typeface="Roboto"/>
                </a:rPr>
                <a:t>Participación de Colaboradores Actuales</a:t>
              </a:r>
            </a:p>
          </p:txBody>
        </p:sp>
        <p:sp>
          <p:nvSpPr>
            <p:cNvPr id="127" name="TextBox 25">
              <a:extLst>
                <a:ext uri="{FF2B5EF4-FFF2-40B4-BE49-F238E27FC236}">
                  <a16:creationId xmlns:a16="http://schemas.microsoft.com/office/drawing/2014/main" id="{5C3A3432-05BB-927A-6DEA-79755AD073F2}"/>
                </a:ext>
              </a:extLst>
            </p:cNvPr>
            <p:cNvSpPr txBox="1"/>
            <p:nvPr/>
          </p:nvSpPr>
          <p:spPr>
            <a:xfrm>
              <a:off x="4644991" y="3784013"/>
              <a:ext cx="18352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Permitir que los empleados</a:t>
              </a:r>
            </a:p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existentes actualicen sus</a:t>
              </a:r>
            </a:p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habilidades</a:t>
              </a:r>
              <a:endParaRPr sz="800" b="0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128" name="TextBox 26">
              <a:extLst>
                <a:ext uri="{FF2B5EF4-FFF2-40B4-BE49-F238E27FC236}">
                  <a16:creationId xmlns:a16="http://schemas.microsoft.com/office/drawing/2014/main" id="{44018642-27F0-9B56-AF84-E6240E791CA9}"/>
                </a:ext>
              </a:extLst>
            </p:cNvPr>
            <p:cNvSpPr txBox="1"/>
            <p:nvPr/>
          </p:nvSpPr>
          <p:spPr>
            <a:xfrm>
              <a:off x="3917701" y="1404787"/>
              <a:ext cx="581306" cy="1018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lang="es-PE" sz="700" dirty="0">
                  <a:solidFill>
                    <a:srgbClr val="4E88E7"/>
                  </a:solidFill>
                  <a:latin typeface="Roboto"/>
                </a:rPr>
                <a:t>Curso Intensivo</a:t>
              </a:r>
              <a:endParaRPr sz="700" b="0" dirty="0">
                <a:solidFill>
                  <a:srgbClr val="4E88E7"/>
                </a:solidFill>
                <a:latin typeface="Roboto"/>
              </a:endParaRPr>
            </a:p>
          </p:txBody>
        </p:sp>
        <p:sp>
          <p:nvSpPr>
            <p:cNvPr id="129" name="TextBox 27">
              <a:extLst>
                <a:ext uri="{FF2B5EF4-FFF2-40B4-BE49-F238E27FC236}">
                  <a16:creationId xmlns:a16="http://schemas.microsoft.com/office/drawing/2014/main" id="{B911AF21-B77C-ED62-E628-CA70D65D322E}"/>
                </a:ext>
              </a:extLst>
            </p:cNvPr>
            <p:cNvSpPr txBox="1"/>
            <p:nvPr/>
          </p:nvSpPr>
          <p:spPr>
            <a:xfrm>
              <a:off x="2824113" y="4446747"/>
              <a:ext cx="167490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Proporcionar orientación y</a:t>
              </a:r>
            </a:p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apoyo de expertos</a:t>
              </a:r>
            </a:p>
          </p:txBody>
        </p:sp>
        <p:sp>
          <p:nvSpPr>
            <p:cNvPr id="130" name="TextBox 28">
              <a:extLst>
                <a:ext uri="{FF2B5EF4-FFF2-40B4-BE49-F238E27FC236}">
                  <a16:creationId xmlns:a16="http://schemas.microsoft.com/office/drawing/2014/main" id="{7D584077-DB40-DD4D-D4E1-1297E0EBFE09}"/>
                </a:ext>
              </a:extLst>
            </p:cNvPr>
            <p:cNvSpPr txBox="1"/>
            <p:nvPr/>
          </p:nvSpPr>
          <p:spPr>
            <a:xfrm>
              <a:off x="4644991" y="4532998"/>
              <a:ext cx="868646" cy="109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E58A9"/>
                  </a:solidFill>
                  <a:latin typeface="Roboto"/>
                </a:rPr>
                <a:t>Guía de Líderes Técnicos</a:t>
              </a:r>
            </a:p>
          </p:txBody>
        </p:sp>
        <p:sp>
          <p:nvSpPr>
            <p:cNvPr id="131" name="TextBox 29">
              <a:extLst>
                <a:ext uri="{FF2B5EF4-FFF2-40B4-BE49-F238E27FC236}">
                  <a16:creationId xmlns:a16="http://schemas.microsoft.com/office/drawing/2014/main" id="{80354425-97F0-08A9-CB43-406FEAF4306C}"/>
                </a:ext>
              </a:extLst>
            </p:cNvPr>
            <p:cNvSpPr txBox="1"/>
            <p:nvPr/>
          </p:nvSpPr>
          <p:spPr>
            <a:xfrm>
              <a:off x="3506635" y="5158640"/>
              <a:ext cx="992393" cy="109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sz="600" b="0">
                  <a:solidFill>
                    <a:srgbClr val="E55753"/>
                  </a:solidFill>
                  <a:latin typeface="Roboto"/>
                </a:rPr>
                <a:t>Desarrollo del Proyecto Final</a:t>
              </a:r>
            </a:p>
          </p:txBody>
        </p:sp>
        <p:sp>
          <p:nvSpPr>
            <p:cNvPr id="132" name="TextBox 30">
              <a:extLst>
                <a:ext uri="{FF2B5EF4-FFF2-40B4-BE49-F238E27FC236}">
                  <a16:creationId xmlns:a16="http://schemas.microsoft.com/office/drawing/2014/main" id="{CB25E7A5-AE79-6B8C-0A76-9203FCD4A48E}"/>
                </a:ext>
              </a:extLst>
            </p:cNvPr>
            <p:cNvSpPr txBox="1"/>
            <p:nvPr/>
          </p:nvSpPr>
          <p:spPr>
            <a:xfrm>
              <a:off x="4644991" y="5082221"/>
              <a:ext cx="1308050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Trabajar en un proyecto final</a:t>
              </a:r>
            </a:p>
            <a:p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para integrar el aprendizaje</a:t>
              </a:r>
              <a:endParaRPr sz="800" b="0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134" name="TextBox 32">
              <a:extLst>
                <a:ext uri="{FF2B5EF4-FFF2-40B4-BE49-F238E27FC236}">
                  <a16:creationId xmlns:a16="http://schemas.microsoft.com/office/drawing/2014/main" id="{C650E5D1-D4DF-5B2A-651B-FC61393AF854}"/>
                </a:ext>
              </a:extLst>
            </p:cNvPr>
            <p:cNvSpPr txBox="1"/>
            <p:nvPr/>
          </p:nvSpPr>
          <p:spPr>
            <a:xfrm>
              <a:off x="4644991" y="5784282"/>
              <a:ext cx="375791" cy="1094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E8431"/>
                  </a:solidFill>
                  <a:latin typeface="Roboto"/>
                </a:rPr>
                <a:t>Evaluación</a:t>
              </a:r>
            </a:p>
          </p:txBody>
        </p:sp>
        <p:sp>
          <p:nvSpPr>
            <p:cNvPr id="135" name="TextBox 33">
              <a:extLst>
                <a:ext uri="{FF2B5EF4-FFF2-40B4-BE49-F238E27FC236}">
                  <a16:creationId xmlns:a16="http://schemas.microsoft.com/office/drawing/2014/main" id="{479AEE62-C799-87D4-A590-7E59DEBF4CD3}"/>
                </a:ext>
              </a:extLst>
            </p:cNvPr>
            <p:cNvSpPr txBox="1"/>
            <p:nvPr/>
          </p:nvSpPr>
          <p:spPr>
            <a:xfrm>
              <a:off x="3104379" y="5688199"/>
              <a:ext cx="1394613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Evaluar el desempeño a través</a:t>
              </a:r>
            </a:p>
            <a:p>
              <a:pPr algn="r"/>
              <a:r>
                <a:rPr lang="es-MX" sz="800" dirty="0">
                  <a:solidFill>
                    <a:srgbClr val="FFFFFF"/>
                  </a:solidFill>
                  <a:latin typeface="Roboto"/>
                </a:rPr>
                <a:t>de varios criterios</a:t>
              </a:r>
              <a:endParaRPr sz="800" b="0" dirty="0">
                <a:solidFill>
                  <a:srgbClr val="FFFFFF"/>
                </a:solidFill>
                <a:latin typeface="Roboto"/>
              </a:endParaRPr>
            </a:p>
          </p:txBody>
        </p:sp>
        <p:sp>
          <p:nvSpPr>
            <p:cNvPr id="136" name="Rounded Rectangle 34">
              <a:extLst>
                <a:ext uri="{FF2B5EF4-FFF2-40B4-BE49-F238E27FC236}">
                  <a16:creationId xmlns:a16="http://schemas.microsoft.com/office/drawing/2014/main" id="{FA9AD1D6-80DB-B48B-890F-3408523E232B}"/>
                </a:ext>
              </a:extLst>
            </p:cNvPr>
            <p:cNvSpPr/>
            <p:nvPr/>
          </p:nvSpPr>
          <p:spPr>
            <a:xfrm>
              <a:off x="3264017" y="2614560"/>
              <a:ext cx="175961" cy="161235"/>
            </a:xfrm>
            <a:custGeom>
              <a:avLst/>
              <a:gdLst/>
              <a:ahLst/>
              <a:cxnLst/>
              <a:rect l="0" t="0" r="0" b="0"/>
              <a:pathLst>
                <a:path w="175961" h="161235">
                  <a:moveTo>
                    <a:pt x="68664" y="46625"/>
                  </a:moveTo>
                  <a:cubicBezTo>
                    <a:pt x="65913" y="52865"/>
                    <a:pt x="61328" y="58119"/>
                    <a:pt x="55517" y="61688"/>
                  </a:cubicBezTo>
                  <a:lnTo>
                    <a:pt x="63260" y="102042"/>
                  </a:lnTo>
                  <a:lnTo>
                    <a:pt x="39063" y="102042"/>
                  </a:lnTo>
                  <a:lnTo>
                    <a:pt x="32197" y="66153"/>
                  </a:lnTo>
                  <a:cubicBezTo>
                    <a:pt x="18440" y="63762"/>
                    <a:pt x="7600" y="53106"/>
                    <a:pt x="4973" y="39392"/>
                  </a:cubicBezTo>
                  <a:cubicBezTo>
                    <a:pt x="2346" y="25679"/>
                    <a:pt x="8481" y="11771"/>
                    <a:pt x="20380" y="4465"/>
                  </a:cubicBezTo>
                  <a:lnTo>
                    <a:pt x="25174" y="29467"/>
                  </a:lnTo>
                  <a:lnTo>
                    <a:pt x="39063" y="38891"/>
                  </a:lnTo>
                  <a:lnTo>
                    <a:pt x="48487" y="25010"/>
                  </a:lnTo>
                  <a:lnTo>
                    <a:pt x="43693" y="0"/>
                  </a:lnTo>
                  <a:cubicBezTo>
                    <a:pt x="53871" y="1765"/>
                    <a:pt x="62669" y="8118"/>
                    <a:pt x="67546" y="17225"/>
                  </a:cubicBezTo>
                  <a:cubicBezTo>
                    <a:pt x="72423" y="26331"/>
                    <a:pt x="72835" y="37175"/>
                    <a:pt x="68664" y="46625"/>
                  </a:cubicBezTo>
                  <a:close/>
                  <a:moveTo>
                    <a:pt x="123376" y="4723"/>
                  </a:moveTo>
                  <a:cubicBezTo>
                    <a:pt x="121038" y="15242"/>
                    <a:pt x="108666" y="22257"/>
                    <a:pt x="91711" y="18487"/>
                  </a:cubicBezTo>
                  <a:lnTo>
                    <a:pt x="88403" y="33354"/>
                  </a:lnTo>
                  <a:lnTo>
                    <a:pt x="167703" y="50982"/>
                  </a:lnTo>
                  <a:lnTo>
                    <a:pt x="175414" y="16290"/>
                  </a:lnTo>
                  <a:lnTo>
                    <a:pt x="123376" y="4723"/>
                  </a:lnTo>
                  <a:close/>
                  <a:moveTo>
                    <a:pt x="107594" y="102042"/>
                  </a:moveTo>
                  <a:lnTo>
                    <a:pt x="121233" y="40682"/>
                  </a:lnTo>
                  <a:lnTo>
                    <a:pt x="143811" y="45703"/>
                  </a:lnTo>
                  <a:lnTo>
                    <a:pt x="130649" y="102050"/>
                  </a:lnTo>
                  <a:lnTo>
                    <a:pt x="107594" y="102050"/>
                  </a:lnTo>
                  <a:close/>
                  <a:moveTo>
                    <a:pt x="175961" y="153579"/>
                  </a:moveTo>
                  <a:lnTo>
                    <a:pt x="175961" y="102042"/>
                  </a:lnTo>
                  <a:lnTo>
                    <a:pt x="0" y="102042"/>
                  </a:lnTo>
                  <a:lnTo>
                    <a:pt x="0" y="153579"/>
                  </a:lnTo>
                  <a:cubicBezTo>
                    <a:pt x="0" y="157802"/>
                    <a:pt x="3425" y="161235"/>
                    <a:pt x="7648" y="161235"/>
                  </a:cubicBezTo>
                  <a:lnTo>
                    <a:pt x="168313" y="161235"/>
                  </a:lnTo>
                  <a:cubicBezTo>
                    <a:pt x="172536" y="161235"/>
                    <a:pt x="175961" y="157802"/>
                    <a:pt x="175961" y="153579"/>
                  </a:cubicBezTo>
                  <a:close/>
                  <a:moveTo>
                    <a:pt x="99453" y="113522"/>
                  </a:moveTo>
                  <a:cubicBezTo>
                    <a:pt x="99453" y="119858"/>
                    <a:pt x="94317" y="124995"/>
                    <a:pt x="87980" y="124995"/>
                  </a:cubicBezTo>
                  <a:cubicBezTo>
                    <a:pt x="81644" y="124995"/>
                    <a:pt x="76508" y="119858"/>
                    <a:pt x="76508" y="113522"/>
                  </a:cubicBezTo>
                  <a:lnTo>
                    <a:pt x="76508" y="102050"/>
                  </a:lnTo>
                  <a:lnTo>
                    <a:pt x="99453" y="102050"/>
                  </a:lnTo>
                  <a:lnTo>
                    <a:pt x="99453" y="113522"/>
                  </a:lnTo>
                  <a:close/>
                </a:path>
              </a:pathLst>
            </a:custGeom>
            <a:noFill/>
            <a:ln w="7820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Rounded Rectangle 35">
              <a:extLst>
                <a:ext uri="{FF2B5EF4-FFF2-40B4-BE49-F238E27FC236}">
                  <a16:creationId xmlns:a16="http://schemas.microsoft.com/office/drawing/2014/main" id="{C8AC106A-E622-BDD0-2F3B-DAA58DA650F2}"/>
                </a:ext>
              </a:extLst>
            </p:cNvPr>
            <p:cNvSpPr/>
            <p:nvPr/>
          </p:nvSpPr>
          <p:spPr>
            <a:xfrm>
              <a:off x="5773780" y="1979596"/>
              <a:ext cx="161572" cy="179872"/>
            </a:xfrm>
            <a:custGeom>
              <a:avLst/>
              <a:gdLst/>
              <a:ahLst/>
              <a:cxnLst/>
              <a:rect l="0" t="0" r="0" b="0"/>
              <a:pathLst>
                <a:path w="161572" h="179872">
                  <a:moveTo>
                    <a:pt x="67725" y="179872"/>
                  </a:moveTo>
                  <a:cubicBezTo>
                    <a:pt x="60740" y="167774"/>
                    <a:pt x="47832" y="160322"/>
                    <a:pt x="33862" y="160322"/>
                  </a:cubicBezTo>
                  <a:cubicBezTo>
                    <a:pt x="19893" y="160322"/>
                    <a:pt x="6985" y="167774"/>
                    <a:pt x="0" y="179872"/>
                  </a:cubicBezTo>
                  <a:moveTo>
                    <a:pt x="57324" y="121922"/>
                  </a:moveTo>
                  <a:cubicBezTo>
                    <a:pt x="42399" y="128468"/>
                    <a:pt x="24979" y="125071"/>
                    <a:pt x="13607" y="113397"/>
                  </a:cubicBezTo>
                  <a:moveTo>
                    <a:pt x="10401" y="125128"/>
                  </a:moveTo>
                  <a:cubicBezTo>
                    <a:pt x="10401" y="138085"/>
                    <a:pt x="20905" y="148590"/>
                    <a:pt x="33862" y="148590"/>
                  </a:cubicBezTo>
                  <a:cubicBezTo>
                    <a:pt x="46820" y="148590"/>
                    <a:pt x="57324" y="138085"/>
                    <a:pt x="57324" y="125128"/>
                  </a:cubicBezTo>
                  <a:cubicBezTo>
                    <a:pt x="57324" y="112170"/>
                    <a:pt x="46820" y="101666"/>
                    <a:pt x="33862" y="101666"/>
                  </a:cubicBezTo>
                  <a:cubicBezTo>
                    <a:pt x="20905" y="101666"/>
                    <a:pt x="10401" y="112170"/>
                    <a:pt x="10401" y="125128"/>
                  </a:cubicBezTo>
                  <a:moveTo>
                    <a:pt x="93846" y="179872"/>
                  </a:moveTo>
                  <a:cubicBezTo>
                    <a:pt x="100831" y="167774"/>
                    <a:pt x="113739" y="160322"/>
                    <a:pt x="127709" y="160322"/>
                  </a:cubicBezTo>
                  <a:cubicBezTo>
                    <a:pt x="141678" y="160322"/>
                    <a:pt x="154586" y="167774"/>
                    <a:pt x="161572" y="179872"/>
                  </a:cubicBezTo>
                  <a:moveTo>
                    <a:pt x="147964" y="113397"/>
                  </a:moveTo>
                  <a:cubicBezTo>
                    <a:pt x="136592" y="125071"/>
                    <a:pt x="119172" y="128468"/>
                    <a:pt x="104247" y="121922"/>
                  </a:cubicBezTo>
                  <a:moveTo>
                    <a:pt x="104247" y="125128"/>
                  </a:moveTo>
                  <a:cubicBezTo>
                    <a:pt x="104247" y="138085"/>
                    <a:pt x="114751" y="148590"/>
                    <a:pt x="127709" y="148590"/>
                  </a:cubicBezTo>
                  <a:cubicBezTo>
                    <a:pt x="140666" y="148590"/>
                    <a:pt x="151170" y="138085"/>
                    <a:pt x="151170" y="125128"/>
                  </a:cubicBezTo>
                  <a:cubicBezTo>
                    <a:pt x="151170" y="112170"/>
                    <a:pt x="140666" y="101666"/>
                    <a:pt x="127709" y="101666"/>
                  </a:cubicBezTo>
                  <a:cubicBezTo>
                    <a:pt x="114751" y="101666"/>
                    <a:pt x="104247" y="112170"/>
                    <a:pt x="104247" y="125128"/>
                  </a:cubicBezTo>
                  <a:moveTo>
                    <a:pt x="143350" y="70384"/>
                  </a:moveTo>
                  <a:cubicBezTo>
                    <a:pt x="143350" y="74703"/>
                    <a:pt x="139848" y="78205"/>
                    <a:pt x="135529" y="78205"/>
                  </a:cubicBezTo>
                  <a:lnTo>
                    <a:pt x="104247" y="78205"/>
                  </a:lnTo>
                  <a:lnTo>
                    <a:pt x="80786" y="101666"/>
                  </a:lnTo>
                  <a:lnTo>
                    <a:pt x="80786" y="78205"/>
                  </a:lnTo>
                  <a:lnTo>
                    <a:pt x="26042" y="78205"/>
                  </a:lnTo>
                  <a:cubicBezTo>
                    <a:pt x="21723" y="78205"/>
                    <a:pt x="18221" y="74703"/>
                    <a:pt x="18221" y="70384"/>
                  </a:cubicBezTo>
                  <a:lnTo>
                    <a:pt x="18221" y="7820"/>
                  </a:lnTo>
                  <a:cubicBezTo>
                    <a:pt x="18221" y="3501"/>
                    <a:pt x="21723" y="0"/>
                    <a:pt x="26042" y="0"/>
                  </a:cubicBezTo>
                  <a:lnTo>
                    <a:pt x="135529" y="0"/>
                  </a:lnTo>
                  <a:cubicBezTo>
                    <a:pt x="139848" y="0"/>
                    <a:pt x="143350" y="3501"/>
                    <a:pt x="143350" y="7820"/>
                  </a:cubicBezTo>
                  <a:close/>
                  <a:moveTo>
                    <a:pt x="104247" y="54743"/>
                  </a:moveTo>
                  <a:lnTo>
                    <a:pt x="119888" y="39102"/>
                  </a:lnTo>
                  <a:lnTo>
                    <a:pt x="104247" y="23461"/>
                  </a:lnTo>
                  <a:moveTo>
                    <a:pt x="57324" y="23461"/>
                  </a:moveTo>
                  <a:lnTo>
                    <a:pt x="41683" y="39102"/>
                  </a:lnTo>
                  <a:lnTo>
                    <a:pt x="57324" y="54743"/>
                  </a:lnTo>
                  <a:moveTo>
                    <a:pt x="72965" y="54743"/>
                  </a:moveTo>
                  <a:lnTo>
                    <a:pt x="88606" y="23461"/>
                  </a:lnTo>
                </a:path>
              </a:pathLst>
            </a:custGeom>
            <a:noFill/>
            <a:ln w="7820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Rounded Rectangle 36">
              <a:extLst>
                <a:ext uri="{FF2B5EF4-FFF2-40B4-BE49-F238E27FC236}">
                  <a16:creationId xmlns:a16="http://schemas.microsoft.com/office/drawing/2014/main" id="{3F751DB4-EB50-837C-C4B8-46833C00A9C4}"/>
                </a:ext>
              </a:extLst>
            </p:cNvPr>
            <p:cNvSpPr/>
            <p:nvPr/>
          </p:nvSpPr>
          <p:spPr>
            <a:xfrm>
              <a:off x="6140015" y="3232460"/>
              <a:ext cx="179872" cy="176712"/>
            </a:xfrm>
            <a:custGeom>
              <a:avLst/>
              <a:gdLst/>
              <a:ahLst/>
              <a:cxnLst/>
              <a:rect l="0" t="0" r="0" b="0"/>
              <a:pathLst>
                <a:path w="179872" h="176712">
                  <a:moveTo>
                    <a:pt x="142474" y="15015"/>
                  </a:moveTo>
                  <a:lnTo>
                    <a:pt x="146384" y="15015"/>
                  </a:lnTo>
                  <a:moveTo>
                    <a:pt x="165341" y="21709"/>
                  </a:moveTo>
                  <a:cubicBezTo>
                    <a:pt x="170870" y="26906"/>
                    <a:pt x="173705" y="34355"/>
                    <a:pt x="173031" y="41914"/>
                  </a:cubicBezTo>
                  <a:cubicBezTo>
                    <a:pt x="172356" y="49472"/>
                    <a:pt x="168247" y="56301"/>
                    <a:pt x="161884" y="60437"/>
                  </a:cubicBezTo>
                  <a:moveTo>
                    <a:pt x="152328" y="64112"/>
                  </a:moveTo>
                  <a:cubicBezTo>
                    <a:pt x="151035" y="64320"/>
                    <a:pt x="149727" y="64425"/>
                    <a:pt x="148417" y="64425"/>
                  </a:cubicBezTo>
                  <a:moveTo>
                    <a:pt x="132323" y="145164"/>
                  </a:moveTo>
                  <a:lnTo>
                    <a:pt x="132651" y="149059"/>
                  </a:lnTo>
                  <a:moveTo>
                    <a:pt x="134630" y="172817"/>
                  </a:moveTo>
                  <a:lnTo>
                    <a:pt x="134958" y="176712"/>
                  </a:lnTo>
                  <a:lnTo>
                    <a:pt x="138869" y="176712"/>
                  </a:lnTo>
                  <a:moveTo>
                    <a:pt x="157998" y="176712"/>
                  </a:moveTo>
                  <a:lnTo>
                    <a:pt x="161908" y="176712"/>
                  </a:lnTo>
                  <a:lnTo>
                    <a:pt x="162228" y="172817"/>
                  </a:lnTo>
                  <a:moveTo>
                    <a:pt x="163558" y="156903"/>
                  </a:moveTo>
                  <a:lnTo>
                    <a:pt x="164661" y="143647"/>
                  </a:lnTo>
                  <a:moveTo>
                    <a:pt x="165325" y="135693"/>
                  </a:moveTo>
                  <a:lnTo>
                    <a:pt x="165654" y="131799"/>
                  </a:lnTo>
                  <a:lnTo>
                    <a:pt x="169564" y="131799"/>
                  </a:lnTo>
                  <a:moveTo>
                    <a:pt x="175961" y="131799"/>
                  </a:moveTo>
                  <a:lnTo>
                    <a:pt x="179872" y="131799"/>
                  </a:lnTo>
                  <a:lnTo>
                    <a:pt x="179872" y="127889"/>
                  </a:lnTo>
                  <a:moveTo>
                    <a:pt x="179872" y="107751"/>
                  </a:moveTo>
                  <a:lnTo>
                    <a:pt x="179872" y="104849"/>
                  </a:lnTo>
                  <a:cubicBezTo>
                    <a:pt x="179869" y="90746"/>
                    <a:pt x="170482" y="78368"/>
                    <a:pt x="156903" y="74560"/>
                  </a:cubicBezTo>
                  <a:moveTo>
                    <a:pt x="146924" y="73442"/>
                  </a:moveTo>
                  <a:cubicBezTo>
                    <a:pt x="145626" y="73503"/>
                    <a:pt x="144333" y="73644"/>
                    <a:pt x="143053" y="73864"/>
                  </a:cubicBezTo>
                  <a:moveTo>
                    <a:pt x="63361" y="26894"/>
                  </a:moveTo>
                  <a:cubicBezTo>
                    <a:pt x="63361" y="41748"/>
                    <a:pt x="75403" y="53789"/>
                    <a:pt x="90256" y="53789"/>
                  </a:cubicBezTo>
                  <a:cubicBezTo>
                    <a:pt x="105110" y="53789"/>
                    <a:pt x="117151" y="41748"/>
                    <a:pt x="117151" y="26894"/>
                  </a:cubicBezTo>
                  <a:cubicBezTo>
                    <a:pt x="117151" y="12041"/>
                    <a:pt x="105110" y="0"/>
                    <a:pt x="90256" y="0"/>
                  </a:cubicBezTo>
                  <a:cubicBezTo>
                    <a:pt x="75403" y="0"/>
                    <a:pt x="63361" y="12041"/>
                    <a:pt x="63361" y="26894"/>
                  </a:cubicBezTo>
                  <a:moveTo>
                    <a:pt x="56026" y="97787"/>
                  </a:moveTo>
                  <a:cubicBezTo>
                    <a:pt x="56308" y="79086"/>
                    <a:pt x="71549" y="64074"/>
                    <a:pt x="90252" y="64074"/>
                  </a:cubicBezTo>
                  <a:cubicBezTo>
                    <a:pt x="108955" y="64074"/>
                    <a:pt x="124196" y="79086"/>
                    <a:pt x="124479" y="97787"/>
                  </a:cubicBezTo>
                  <a:lnTo>
                    <a:pt x="124479" y="127130"/>
                  </a:lnTo>
                  <a:lnTo>
                    <a:pt x="109002" y="127130"/>
                  </a:lnTo>
                  <a:lnTo>
                    <a:pt x="104920" y="176024"/>
                  </a:lnTo>
                  <a:lnTo>
                    <a:pt x="75585" y="176024"/>
                  </a:lnTo>
                  <a:lnTo>
                    <a:pt x="71510" y="127130"/>
                  </a:lnTo>
                  <a:lnTo>
                    <a:pt x="56026" y="127130"/>
                  </a:lnTo>
                  <a:close/>
                  <a:moveTo>
                    <a:pt x="37397" y="15015"/>
                  </a:moveTo>
                  <a:lnTo>
                    <a:pt x="33487" y="15015"/>
                  </a:lnTo>
                  <a:moveTo>
                    <a:pt x="14530" y="21709"/>
                  </a:moveTo>
                  <a:cubicBezTo>
                    <a:pt x="9001" y="26906"/>
                    <a:pt x="6166" y="34355"/>
                    <a:pt x="6840" y="41914"/>
                  </a:cubicBezTo>
                  <a:cubicBezTo>
                    <a:pt x="7515" y="49472"/>
                    <a:pt x="11625" y="56301"/>
                    <a:pt x="17987" y="60437"/>
                  </a:cubicBezTo>
                  <a:moveTo>
                    <a:pt x="27543" y="64112"/>
                  </a:moveTo>
                  <a:cubicBezTo>
                    <a:pt x="28836" y="64320"/>
                    <a:pt x="30144" y="64425"/>
                    <a:pt x="31454" y="64425"/>
                  </a:cubicBezTo>
                  <a:moveTo>
                    <a:pt x="47548" y="145164"/>
                  </a:moveTo>
                  <a:lnTo>
                    <a:pt x="47220" y="149059"/>
                  </a:lnTo>
                  <a:moveTo>
                    <a:pt x="45241" y="172817"/>
                  </a:moveTo>
                  <a:lnTo>
                    <a:pt x="44913" y="176712"/>
                  </a:lnTo>
                  <a:lnTo>
                    <a:pt x="41003" y="176712"/>
                  </a:lnTo>
                  <a:moveTo>
                    <a:pt x="21874" y="176712"/>
                  </a:moveTo>
                  <a:lnTo>
                    <a:pt x="17963" y="176712"/>
                  </a:lnTo>
                  <a:lnTo>
                    <a:pt x="17643" y="172817"/>
                  </a:lnTo>
                  <a:moveTo>
                    <a:pt x="16313" y="156903"/>
                  </a:moveTo>
                  <a:lnTo>
                    <a:pt x="15210" y="143647"/>
                  </a:lnTo>
                  <a:moveTo>
                    <a:pt x="14546" y="135693"/>
                  </a:moveTo>
                  <a:lnTo>
                    <a:pt x="14217" y="131799"/>
                  </a:lnTo>
                  <a:lnTo>
                    <a:pt x="10307" y="131799"/>
                  </a:lnTo>
                  <a:moveTo>
                    <a:pt x="3910" y="131799"/>
                  </a:moveTo>
                  <a:lnTo>
                    <a:pt x="0" y="131799"/>
                  </a:lnTo>
                  <a:lnTo>
                    <a:pt x="0" y="127889"/>
                  </a:lnTo>
                  <a:moveTo>
                    <a:pt x="0" y="107751"/>
                  </a:moveTo>
                  <a:lnTo>
                    <a:pt x="0" y="104849"/>
                  </a:lnTo>
                  <a:cubicBezTo>
                    <a:pt x="2" y="90746"/>
                    <a:pt x="9389" y="78368"/>
                    <a:pt x="22968" y="74560"/>
                  </a:cubicBezTo>
                  <a:moveTo>
                    <a:pt x="32947" y="73442"/>
                  </a:moveTo>
                  <a:cubicBezTo>
                    <a:pt x="34258" y="73501"/>
                    <a:pt x="35564" y="73642"/>
                    <a:pt x="36858" y="73864"/>
                  </a:cubicBezTo>
                  <a:moveTo>
                    <a:pt x="117104" y="26894"/>
                  </a:moveTo>
                  <a:cubicBezTo>
                    <a:pt x="99764" y="27482"/>
                    <a:pt x="82991" y="20676"/>
                    <a:pt x="70963" y="8172"/>
                  </a:cubicBezTo>
                </a:path>
              </a:pathLst>
            </a:custGeom>
            <a:noFill/>
            <a:ln w="7820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Rounded Rectangle 37">
              <a:extLst>
                <a:ext uri="{FF2B5EF4-FFF2-40B4-BE49-F238E27FC236}">
                  <a16:creationId xmlns:a16="http://schemas.microsoft.com/office/drawing/2014/main" id="{E6993881-776A-EB47-22A3-E8359B6AE423}"/>
                </a:ext>
              </a:extLst>
            </p:cNvPr>
            <p:cNvSpPr/>
            <p:nvPr/>
          </p:nvSpPr>
          <p:spPr>
            <a:xfrm>
              <a:off x="2824112" y="3856522"/>
              <a:ext cx="179877" cy="179881"/>
            </a:xfrm>
            <a:custGeom>
              <a:avLst/>
              <a:gdLst/>
              <a:ahLst/>
              <a:cxnLst/>
              <a:rect l="0" t="0" r="0" b="0"/>
              <a:pathLst>
                <a:path w="179877" h="179881">
                  <a:moveTo>
                    <a:pt x="30656" y="38836"/>
                  </a:moveTo>
                  <a:cubicBezTo>
                    <a:pt x="30653" y="53515"/>
                    <a:pt x="42551" y="65417"/>
                    <a:pt x="57230" y="65417"/>
                  </a:cubicBezTo>
                  <a:cubicBezTo>
                    <a:pt x="71909" y="65417"/>
                    <a:pt x="83808" y="53515"/>
                    <a:pt x="83804" y="38836"/>
                  </a:cubicBezTo>
                  <a:cubicBezTo>
                    <a:pt x="83808" y="24157"/>
                    <a:pt x="71909" y="12256"/>
                    <a:pt x="57230" y="12256"/>
                  </a:cubicBezTo>
                  <a:cubicBezTo>
                    <a:pt x="42551" y="12256"/>
                    <a:pt x="30653" y="24157"/>
                    <a:pt x="30656" y="38836"/>
                  </a:cubicBezTo>
                  <a:moveTo>
                    <a:pt x="93611" y="98108"/>
                  </a:moveTo>
                  <a:cubicBezTo>
                    <a:pt x="85514" y="85659"/>
                    <a:pt x="71671" y="78148"/>
                    <a:pt x="56820" y="78148"/>
                  </a:cubicBezTo>
                  <a:cubicBezTo>
                    <a:pt x="41969" y="78148"/>
                    <a:pt x="28125" y="85659"/>
                    <a:pt x="20028" y="98108"/>
                  </a:cubicBezTo>
                  <a:moveTo>
                    <a:pt x="0" y="20442"/>
                  </a:moveTo>
                  <a:lnTo>
                    <a:pt x="0" y="0"/>
                  </a:lnTo>
                  <a:lnTo>
                    <a:pt x="20442" y="0"/>
                  </a:lnTo>
                  <a:moveTo>
                    <a:pt x="114461" y="20442"/>
                  </a:moveTo>
                  <a:lnTo>
                    <a:pt x="114461" y="0"/>
                  </a:lnTo>
                  <a:lnTo>
                    <a:pt x="94026" y="0"/>
                  </a:lnTo>
                  <a:moveTo>
                    <a:pt x="0" y="102198"/>
                  </a:moveTo>
                  <a:lnTo>
                    <a:pt x="0" y="122641"/>
                  </a:lnTo>
                  <a:lnTo>
                    <a:pt x="20442" y="122641"/>
                  </a:lnTo>
                  <a:moveTo>
                    <a:pt x="98116" y="138994"/>
                  </a:moveTo>
                  <a:cubicBezTo>
                    <a:pt x="98111" y="161573"/>
                    <a:pt x="116414" y="179881"/>
                    <a:pt x="138994" y="179881"/>
                  </a:cubicBezTo>
                  <a:cubicBezTo>
                    <a:pt x="161573" y="179881"/>
                    <a:pt x="179877" y="161573"/>
                    <a:pt x="179872" y="138994"/>
                  </a:cubicBezTo>
                  <a:cubicBezTo>
                    <a:pt x="179877" y="116414"/>
                    <a:pt x="161573" y="98107"/>
                    <a:pt x="138994" y="98107"/>
                  </a:cubicBezTo>
                  <a:cubicBezTo>
                    <a:pt x="116414" y="98107"/>
                    <a:pt x="98111" y="116414"/>
                    <a:pt x="98116" y="138994"/>
                  </a:cubicBezTo>
                  <a:moveTo>
                    <a:pt x="155346" y="122641"/>
                  </a:moveTo>
                  <a:lnTo>
                    <a:pt x="134904" y="155346"/>
                  </a:lnTo>
                  <a:lnTo>
                    <a:pt x="126731" y="147166"/>
                  </a:lnTo>
                  <a:moveTo>
                    <a:pt x="83804" y="38836"/>
                  </a:moveTo>
                  <a:cubicBezTo>
                    <a:pt x="66687" y="39220"/>
                    <a:pt x="50161" y="32572"/>
                    <a:pt x="38078" y="20442"/>
                  </a:cubicBezTo>
                </a:path>
              </a:pathLst>
            </a:custGeom>
            <a:noFill/>
            <a:ln w="7820">
              <a:solidFill>
                <a:srgbClr val="7F64E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Rounded Rectangle 38">
              <a:extLst>
                <a:ext uri="{FF2B5EF4-FFF2-40B4-BE49-F238E27FC236}">
                  <a16:creationId xmlns:a16="http://schemas.microsoft.com/office/drawing/2014/main" id="{79734C5C-E74B-64F2-9722-C3A08B94E2AA}"/>
                </a:ext>
              </a:extLst>
            </p:cNvPr>
            <p:cNvSpPr/>
            <p:nvPr/>
          </p:nvSpPr>
          <p:spPr>
            <a:xfrm>
              <a:off x="5639501" y="4482164"/>
              <a:ext cx="179872" cy="179872"/>
            </a:xfrm>
            <a:custGeom>
              <a:avLst/>
              <a:gdLst/>
              <a:ahLst/>
              <a:cxnLst/>
              <a:rect l="0" t="0" r="0" b="0"/>
              <a:pathLst>
                <a:path w="179872" h="179872">
                  <a:moveTo>
                    <a:pt x="89936" y="0"/>
                  </a:moveTo>
                  <a:lnTo>
                    <a:pt x="89936" y="27551"/>
                  </a:lnTo>
                  <a:moveTo>
                    <a:pt x="0" y="89936"/>
                  </a:moveTo>
                  <a:lnTo>
                    <a:pt x="27551" y="89936"/>
                  </a:lnTo>
                  <a:moveTo>
                    <a:pt x="89936" y="179872"/>
                  </a:moveTo>
                  <a:lnTo>
                    <a:pt x="89936" y="152320"/>
                  </a:lnTo>
                  <a:moveTo>
                    <a:pt x="179872" y="89936"/>
                  </a:moveTo>
                  <a:lnTo>
                    <a:pt x="152320" y="89936"/>
                  </a:lnTo>
                  <a:moveTo>
                    <a:pt x="15641" y="89936"/>
                  </a:moveTo>
                  <a:cubicBezTo>
                    <a:pt x="15641" y="130968"/>
                    <a:pt x="48904" y="164231"/>
                    <a:pt x="89936" y="164231"/>
                  </a:cubicBezTo>
                  <a:cubicBezTo>
                    <a:pt x="130968" y="164231"/>
                    <a:pt x="164231" y="130968"/>
                    <a:pt x="164231" y="89936"/>
                  </a:cubicBezTo>
                  <a:cubicBezTo>
                    <a:pt x="164231" y="48904"/>
                    <a:pt x="130968" y="15641"/>
                    <a:pt x="89936" y="15641"/>
                  </a:cubicBezTo>
                  <a:cubicBezTo>
                    <a:pt x="48904" y="15641"/>
                    <a:pt x="15641" y="48904"/>
                    <a:pt x="15641" y="89936"/>
                  </a:cubicBezTo>
                  <a:moveTo>
                    <a:pt x="130868" y="67373"/>
                  </a:moveTo>
                  <a:lnTo>
                    <a:pt x="105577" y="92681"/>
                  </a:lnTo>
                  <a:cubicBezTo>
                    <a:pt x="110654" y="105634"/>
                    <a:pt x="105951" y="120373"/>
                    <a:pt x="94308" y="127991"/>
                  </a:cubicBezTo>
                  <a:cubicBezTo>
                    <a:pt x="82666" y="135608"/>
                    <a:pt x="67277" y="134016"/>
                    <a:pt x="57441" y="124175"/>
                  </a:cubicBezTo>
                  <a:cubicBezTo>
                    <a:pt x="47605" y="114335"/>
                    <a:pt x="46020" y="98945"/>
                    <a:pt x="53643" y="87306"/>
                  </a:cubicBezTo>
                  <a:cubicBezTo>
                    <a:pt x="61266" y="75667"/>
                    <a:pt x="76007" y="70970"/>
                    <a:pt x="88958" y="76054"/>
                  </a:cubicBezTo>
                  <a:lnTo>
                    <a:pt x="114250" y="50755"/>
                  </a:lnTo>
                  <a:lnTo>
                    <a:pt x="131056" y="50755"/>
                  </a:lnTo>
                  <a:close/>
                  <a:moveTo>
                    <a:pt x="74787" y="103395"/>
                  </a:moveTo>
                  <a:cubicBezTo>
                    <a:pt x="74787" y="105295"/>
                    <a:pt x="76328" y="106836"/>
                    <a:pt x="78228" y="106836"/>
                  </a:cubicBezTo>
                  <a:cubicBezTo>
                    <a:pt x="80129" y="106836"/>
                    <a:pt x="81670" y="105295"/>
                    <a:pt x="81669" y="103395"/>
                  </a:cubicBezTo>
                  <a:cubicBezTo>
                    <a:pt x="81670" y="101494"/>
                    <a:pt x="80129" y="99953"/>
                    <a:pt x="78228" y="99953"/>
                  </a:cubicBezTo>
                  <a:cubicBezTo>
                    <a:pt x="76328" y="99953"/>
                    <a:pt x="74787" y="101494"/>
                    <a:pt x="74787" y="103395"/>
                  </a:cubicBezTo>
                </a:path>
              </a:pathLst>
            </a:custGeom>
            <a:noFill/>
            <a:ln w="7820">
              <a:solidFill>
                <a:srgbClr val="DE58A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Rounded Rectangle 39">
              <a:extLst>
                <a:ext uri="{FF2B5EF4-FFF2-40B4-BE49-F238E27FC236}">
                  <a16:creationId xmlns:a16="http://schemas.microsoft.com/office/drawing/2014/main" id="{6F29B70A-849B-4215-7058-FF660B9BA147}"/>
                </a:ext>
              </a:extLst>
            </p:cNvPr>
            <p:cNvSpPr/>
            <p:nvPr/>
          </p:nvSpPr>
          <p:spPr>
            <a:xfrm>
              <a:off x="3716008" y="1353954"/>
              <a:ext cx="146295" cy="181471"/>
            </a:xfrm>
            <a:custGeom>
              <a:avLst/>
              <a:gdLst/>
              <a:ahLst/>
              <a:cxnLst/>
              <a:rect l="0" t="0" r="0" b="0"/>
              <a:pathLst>
                <a:path w="146295" h="181471">
                  <a:moveTo>
                    <a:pt x="60261" y="19551"/>
                  </a:moveTo>
                  <a:cubicBezTo>
                    <a:pt x="60261" y="30349"/>
                    <a:pt x="69014" y="39102"/>
                    <a:pt x="79812" y="39102"/>
                  </a:cubicBezTo>
                  <a:cubicBezTo>
                    <a:pt x="90610" y="39102"/>
                    <a:pt x="99363" y="30349"/>
                    <a:pt x="99363" y="19551"/>
                  </a:cubicBezTo>
                  <a:cubicBezTo>
                    <a:pt x="99363" y="8753"/>
                    <a:pt x="90610" y="0"/>
                    <a:pt x="79812" y="0"/>
                  </a:cubicBezTo>
                  <a:cubicBezTo>
                    <a:pt x="69014" y="0"/>
                    <a:pt x="60261" y="8753"/>
                    <a:pt x="60261" y="19551"/>
                  </a:cubicBezTo>
                  <a:close/>
                  <a:moveTo>
                    <a:pt x="103266" y="78205"/>
                  </a:moveTo>
                  <a:lnTo>
                    <a:pt x="103266" y="54743"/>
                  </a:lnTo>
                  <a:lnTo>
                    <a:pt x="124092" y="54743"/>
                  </a:lnTo>
                  <a:cubicBezTo>
                    <a:pt x="136345" y="54743"/>
                    <a:pt x="146279" y="64677"/>
                    <a:pt x="146279" y="76930"/>
                  </a:cubicBezTo>
                  <a:cubicBezTo>
                    <a:pt x="146295" y="84789"/>
                    <a:pt x="140896" y="91624"/>
                    <a:pt x="133246" y="93429"/>
                  </a:cubicBezTo>
                  <a:cubicBezTo>
                    <a:pt x="125597" y="95233"/>
                    <a:pt x="117712" y="91531"/>
                    <a:pt x="114215" y="84492"/>
                  </a:cubicBezTo>
                  <a:lnTo>
                    <a:pt x="111086" y="78236"/>
                  </a:lnTo>
                  <a:close/>
                  <a:moveTo>
                    <a:pt x="111086" y="78205"/>
                  </a:moveTo>
                  <a:lnTo>
                    <a:pt x="126727" y="78205"/>
                  </a:lnTo>
                  <a:moveTo>
                    <a:pt x="103266" y="54743"/>
                  </a:moveTo>
                  <a:lnTo>
                    <a:pt x="56343" y="54743"/>
                  </a:lnTo>
                  <a:cubicBezTo>
                    <a:pt x="51628" y="54742"/>
                    <a:pt x="47370" y="57564"/>
                    <a:pt x="45535" y="61907"/>
                  </a:cubicBezTo>
                  <a:lnTo>
                    <a:pt x="2522" y="163574"/>
                  </a:lnTo>
                  <a:cubicBezTo>
                    <a:pt x="0" y="169543"/>
                    <a:pt x="2794" y="176426"/>
                    <a:pt x="8763" y="178949"/>
                  </a:cubicBezTo>
                  <a:cubicBezTo>
                    <a:pt x="14732" y="181471"/>
                    <a:pt x="21615" y="178677"/>
                    <a:pt x="24138" y="172708"/>
                  </a:cubicBezTo>
                  <a:lnTo>
                    <a:pt x="39607" y="136147"/>
                  </a:lnTo>
                  <a:lnTo>
                    <a:pt x="56452" y="142278"/>
                  </a:lnTo>
                  <a:cubicBezTo>
                    <a:pt x="61077" y="143965"/>
                    <a:pt x="64156" y="148359"/>
                    <a:pt x="64163" y="153282"/>
                  </a:cubicBezTo>
                  <a:lnTo>
                    <a:pt x="64163" y="168141"/>
                  </a:lnTo>
                  <a:cubicBezTo>
                    <a:pt x="64163" y="174620"/>
                    <a:pt x="69415" y="179872"/>
                    <a:pt x="75894" y="179872"/>
                  </a:cubicBezTo>
                  <a:cubicBezTo>
                    <a:pt x="82373" y="179872"/>
                    <a:pt x="87625" y="174620"/>
                    <a:pt x="87625" y="168141"/>
                  </a:cubicBezTo>
                  <a:lnTo>
                    <a:pt x="87625" y="153282"/>
                  </a:lnTo>
                  <a:cubicBezTo>
                    <a:pt x="87600" y="138492"/>
                    <a:pt x="78351" y="125287"/>
                    <a:pt x="64460" y="120209"/>
                  </a:cubicBezTo>
                  <a:lnTo>
                    <a:pt x="48757" y="114508"/>
                  </a:lnTo>
                  <a:lnTo>
                    <a:pt x="64116" y="78205"/>
                  </a:lnTo>
                  <a:lnTo>
                    <a:pt x="103266" y="78205"/>
                  </a:lnTo>
                </a:path>
              </a:pathLst>
            </a:custGeom>
            <a:noFill/>
            <a:ln w="7820">
              <a:solidFill>
                <a:srgbClr val="4E88E7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Rounded Rectangle 40">
              <a:extLst>
                <a:ext uri="{FF2B5EF4-FFF2-40B4-BE49-F238E27FC236}">
                  <a16:creationId xmlns:a16="http://schemas.microsoft.com/office/drawing/2014/main" id="{9E7293B1-8BF9-1380-612C-B31E0A220632}"/>
                </a:ext>
              </a:extLst>
            </p:cNvPr>
            <p:cNvSpPr/>
            <p:nvPr/>
          </p:nvSpPr>
          <p:spPr>
            <a:xfrm>
              <a:off x="3199497" y="5108197"/>
              <a:ext cx="179872" cy="179090"/>
            </a:xfrm>
            <a:custGeom>
              <a:avLst/>
              <a:gdLst/>
              <a:ahLst/>
              <a:cxnLst/>
              <a:rect l="0" t="0" r="0" b="0"/>
              <a:pathLst>
                <a:path w="179872" h="179090">
                  <a:moveTo>
                    <a:pt x="68945" y="134106"/>
                  </a:moveTo>
                  <a:cubicBezTo>
                    <a:pt x="68943" y="145700"/>
                    <a:pt x="78341" y="155101"/>
                    <a:pt x="89936" y="155101"/>
                  </a:cubicBezTo>
                  <a:cubicBezTo>
                    <a:pt x="101530" y="155101"/>
                    <a:pt x="110928" y="145700"/>
                    <a:pt x="110926" y="134106"/>
                  </a:cubicBezTo>
                  <a:cubicBezTo>
                    <a:pt x="110928" y="122512"/>
                    <a:pt x="101530" y="113111"/>
                    <a:pt x="89936" y="113111"/>
                  </a:cubicBezTo>
                  <a:cubicBezTo>
                    <a:pt x="78341" y="113111"/>
                    <a:pt x="68943" y="122512"/>
                    <a:pt x="68945" y="134106"/>
                  </a:cubicBezTo>
                  <a:moveTo>
                    <a:pt x="119927" y="179090"/>
                  </a:moveTo>
                  <a:cubicBezTo>
                    <a:pt x="114017" y="168016"/>
                    <a:pt x="102487" y="161100"/>
                    <a:pt x="89936" y="161100"/>
                  </a:cubicBezTo>
                  <a:cubicBezTo>
                    <a:pt x="77384" y="161100"/>
                    <a:pt x="65854" y="168016"/>
                    <a:pt x="59944" y="179090"/>
                  </a:cubicBezTo>
                  <a:moveTo>
                    <a:pt x="129867" y="134106"/>
                  </a:moveTo>
                  <a:cubicBezTo>
                    <a:pt x="129865" y="145700"/>
                    <a:pt x="139263" y="155101"/>
                    <a:pt x="150857" y="155101"/>
                  </a:cubicBezTo>
                  <a:cubicBezTo>
                    <a:pt x="162452" y="155101"/>
                    <a:pt x="171850" y="145700"/>
                    <a:pt x="171848" y="134106"/>
                  </a:cubicBezTo>
                  <a:cubicBezTo>
                    <a:pt x="171850" y="122512"/>
                    <a:pt x="162452" y="113111"/>
                    <a:pt x="150857" y="113111"/>
                  </a:cubicBezTo>
                  <a:cubicBezTo>
                    <a:pt x="139263" y="113111"/>
                    <a:pt x="129865" y="122512"/>
                    <a:pt x="129867" y="134106"/>
                  </a:cubicBezTo>
                  <a:moveTo>
                    <a:pt x="179872" y="176110"/>
                  </a:moveTo>
                  <a:cubicBezTo>
                    <a:pt x="172842" y="166185"/>
                    <a:pt x="161228" y="160541"/>
                    <a:pt x="149082" y="161145"/>
                  </a:cubicBezTo>
                  <a:cubicBezTo>
                    <a:pt x="136935" y="161748"/>
                    <a:pt x="125938" y="168517"/>
                    <a:pt x="119927" y="179090"/>
                  </a:cubicBezTo>
                  <a:moveTo>
                    <a:pt x="8023" y="134106"/>
                  </a:moveTo>
                  <a:cubicBezTo>
                    <a:pt x="8021" y="145700"/>
                    <a:pt x="17419" y="155101"/>
                    <a:pt x="29014" y="155101"/>
                  </a:cubicBezTo>
                  <a:cubicBezTo>
                    <a:pt x="40608" y="155101"/>
                    <a:pt x="50006" y="145700"/>
                    <a:pt x="50004" y="134106"/>
                  </a:cubicBezTo>
                  <a:cubicBezTo>
                    <a:pt x="50006" y="122512"/>
                    <a:pt x="40608" y="113111"/>
                    <a:pt x="29014" y="113111"/>
                  </a:cubicBezTo>
                  <a:cubicBezTo>
                    <a:pt x="17419" y="113111"/>
                    <a:pt x="8021" y="122512"/>
                    <a:pt x="8023" y="134106"/>
                  </a:cubicBezTo>
                  <a:moveTo>
                    <a:pt x="0" y="176110"/>
                  </a:moveTo>
                  <a:cubicBezTo>
                    <a:pt x="7029" y="166185"/>
                    <a:pt x="18643" y="160541"/>
                    <a:pt x="30790" y="161145"/>
                  </a:cubicBezTo>
                  <a:cubicBezTo>
                    <a:pt x="42937" y="161748"/>
                    <a:pt x="53933" y="168517"/>
                    <a:pt x="59944" y="179090"/>
                  </a:cubicBezTo>
                  <a:moveTo>
                    <a:pt x="174960" y="53281"/>
                  </a:moveTo>
                  <a:lnTo>
                    <a:pt x="134294" y="93947"/>
                  </a:lnTo>
                  <a:lnTo>
                    <a:pt x="114296" y="97944"/>
                  </a:lnTo>
                  <a:lnTo>
                    <a:pt x="118293" y="77955"/>
                  </a:lnTo>
                  <a:lnTo>
                    <a:pt x="158960" y="37288"/>
                  </a:lnTo>
                  <a:cubicBezTo>
                    <a:pt x="163363" y="32885"/>
                    <a:pt x="170502" y="32885"/>
                    <a:pt x="174906" y="37288"/>
                  </a:cubicBezTo>
                  <a:lnTo>
                    <a:pt x="174952" y="37335"/>
                  </a:lnTo>
                  <a:cubicBezTo>
                    <a:pt x="177072" y="39446"/>
                    <a:pt x="178263" y="42314"/>
                    <a:pt x="178265" y="45306"/>
                  </a:cubicBezTo>
                  <a:cubicBezTo>
                    <a:pt x="178266" y="48298"/>
                    <a:pt x="177077" y="51167"/>
                    <a:pt x="174960" y="53281"/>
                  </a:cubicBezTo>
                  <a:close/>
                  <a:moveTo>
                    <a:pt x="142388" y="17580"/>
                  </a:moveTo>
                  <a:lnTo>
                    <a:pt x="122289" y="0"/>
                  </a:lnTo>
                  <a:lnTo>
                    <a:pt x="26323" y="0"/>
                  </a:lnTo>
                  <a:lnTo>
                    <a:pt x="26323" y="89967"/>
                  </a:lnTo>
                  <a:moveTo>
                    <a:pt x="50317" y="41980"/>
                  </a:moveTo>
                  <a:lnTo>
                    <a:pt x="58309" y="49980"/>
                  </a:lnTo>
                  <a:lnTo>
                    <a:pt x="74302" y="33988"/>
                  </a:lnTo>
                  <a:moveTo>
                    <a:pt x="50317" y="81966"/>
                  </a:moveTo>
                  <a:lnTo>
                    <a:pt x="58309" y="89967"/>
                  </a:lnTo>
                  <a:lnTo>
                    <a:pt x="74302" y="73966"/>
                  </a:lnTo>
                  <a:moveTo>
                    <a:pt x="94299" y="45976"/>
                  </a:moveTo>
                  <a:lnTo>
                    <a:pt x="106296" y="45976"/>
                  </a:lnTo>
                  <a:moveTo>
                    <a:pt x="122289" y="73966"/>
                  </a:moveTo>
                  <a:lnTo>
                    <a:pt x="138282" y="89967"/>
                  </a:lnTo>
                  <a:moveTo>
                    <a:pt x="50004" y="134122"/>
                  </a:moveTo>
                  <a:cubicBezTo>
                    <a:pt x="36234" y="135458"/>
                    <a:pt x="22586" y="130584"/>
                    <a:pt x="12778" y="120827"/>
                  </a:cubicBezTo>
                  <a:moveTo>
                    <a:pt x="110926" y="134122"/>
                  </a:moveTo>
                  <a:cubicBezTo>
                    <a:pt x="97156" y="135457"/>
                    <a:pt x="83508" y="130583"/>
                    <a:pt x="73700" y="120827"/>
                  </a:cubicBezTo>
                  <a:moveTo>
                    <a:pt x="134622" y="120827"/>
                  </a:moveTo>
                  <a:cubicBezTo>
                    <a:pt x="144433" y="130584"/>
                    <a:pt x="158084" y="135458"/>
                    <a:pt x="171856" y="134122"/>
                  </a:cubicBezTo>
                </a:path>
              </a:pathLst>
            </a:custGeom>
            <a:noFill/>
            <a:ln w="7820">
              <a:solidFill>
                <a:srgbClr val="E5575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Rounded Rectangle 41">
              <a:extLst>
                <a:ext uri="{FF2B5EF4-FFF2-40B4-BE49-F238E27FC236}">
                  <a16:creationId xmlns:a16="http://schemas.microsoft.com/office/drawing/2014/main" id="{4BA6147F-03E7-F33F-13B6-A763220BE103}"/>
                </a:ext>
              </a:extLst>
            </p:cNvPr>
            <p:cNvSpPr/>
            <p:nvPr/>
          </p:nvSpPr>
          <p:spPr>
            <a:xfrm>
              <a:off x="5135078" y="5729538"/>
              <a:ext cx="181827" cy="181827"/>
            </a:xfrm>
            <a:custGeom>
              <a:avLst/>
              <a:gdLst/>
              <a:ahLst/>
              <a:cxnLst/>
              <a:rect l="0" t="0" r="0" b="0"/>
              <a:pathLst>
                <a:path w="181827" h="181827">
                  <a:moveTo>
                    <a:pt x="142724" y="128647"/>
                  </a:moveTo>
                  <a:cubicBezTo>
                    <a:pt x="142724" y="128647"/>
                    <a:pt x="138814" y="117698"/>
                    <a:pt x="109096" y="116134"/>
                  </a:cubicBezTo>
                  <a:cubicBezTo>
                    <a:pt x="105968" y="116134"/>
                    <a:pt x="103621" y="117698"/>
                    <a:pt x="103621" y="120045"/>
                  </a:cubicBezTo>
                  <a:lnTo>
                    <a:pt x="103621" y="165404"/>
                  </a:lnTo>
                  <a:cubicBezTo>
                    <a:pt x="103621" y="167750"/>
                    <a:pt x="105968" y="169314"/>
                    <a:pt x="108314" y="169314"/>
                  </a:cubicBezTo>
                  <a:cubicBezTo>
                    <a:pt x="138814" y="170096"/>
                    <a:pt x="142724" y="181827"/>
                    <a:pt x="142724" y="181827"/>
                  </a:cubicBezTo>
                  <a:close/>
                  <a:moveTo>
                    <a:pt x="142724" y="128647"/>
                  </a:moveTo>
                  <a:cubicBezTo>
                    <a:pt x="142724" y="128647"/>
                    <a:pt x="146634" y="117698"/>
                    <a:pt x="176352" y="116134"/>
                  </a:cubicBezTo>
                  <a:cubicBezTo>
                    <a:pt x="179481" y="116134"/>
                    <a:pt x="181827" y="117698"/>
                    <a:pt x="181827" y="120045"/>
                  </a:cubicBezTo>
                  <a:lnTo>
                    <a:pt x="181827" y="165404"/>
                  </a:lnTo>
                  <a:cubicBezTo>
                    <a:pt x="181827" y="167750"/>
                    <a:pt x="179481" y="169314"/>
                    <a:pt x="177134" y="169314"/>
                  </a:cubicBezTo>
                  <a:cubicBezTo>
                    <a:pt x="146634" y="170096"/>
                    <a:pt x="142724" y="181827"/>
                    <a:pt x="142724" y="181827"/>
                  </a:cubicBezTo>
                  <a:moveTo>
                    <a:pt x="166968" y="95019"/>
                  </a:moveTo>
                  <a:lnTo>
                    <a:pt x="166968" y="16814"/>
                  </a:lnTo>
                  <a:cubicBezTo>
                    <a:pt x="166968" y="10557"/>
                    <a:pt x="162275" y="5865"/>
                    <a:pt x="156019" y="5865"/>
                  </a:cubicBezTo>
                  <a:lnTo>
                    <a:pt x="16813" y="5865"/>
                  </a:lnTo>
                  <a:cubicBezTo>
                    <a:pt x="10557" y="5865"/>
                    <a:pt x="5865" y="10557"/>
                    <a:pt x="5865" y="16814"/>
                  </a:cubicBezTo>
                  <a:lnTo>
                    <a:pt x="5865" y="123955"/>
                  </a:lnTo>
                  <a:cubicBezTo>
                    <a:pt x="5865" y="130211"/>
                    <a:pt x="10557" y="134904"/>
                    <a:pt x="16813" y="134904"/>
                  </a:cubicBezTo>
                  <a:lnTo>
                    <a:pt x="77813" y="134904"/>
                  </a:lnTo>
                  <a:moveTo>
                    <a:pt x="0" y="0"/>
                  </a:moveTo>
                  <a:moveTo>
                    <a:pt x="67647" y="134904"/>
                  </a:moveTo>
                  <a:lnTo>
                    <a:pt x="62172" y="166186"/>
                  </a:lnTo>
                  <a:moveTo>
                    <a:pt x="75858" y="166186"/>
                  </a:moveTo>
                  <a:lnTo>
                    <a:pt x="54352" y="166186"/>
                  </a:lnTo>
                  <a:moveTo>
                    <a:pt x="0" y="0"/>
                  </a:moveTo>
                  <a:moveTo>
                    <a:pt x="110992" y="93846"/>
                  </a:moveTo>
                  <a:lnTo>
                    <a:pt x="92885" y="39526"/>
                  </a:lnTo>
                  <a:cubicBezTo>
                    <a:pt x="91957" y="36742"/>
                    <a:pt x="89351" y="34863"/>
                    <a:pt x="86416" y="34863"/>
                  </a:cubicBezTo>
                  <a:lnTo>
                    <a:pt x="86416" y="34863"/>
                  </a:lnTo>
                  <a:cubicBezTo>
                    <a:pt x="83480" y="34863"/>
                    <a:pt x="80875" y="36742"/>
                    <a:pt x="79946" y="39526"/>
                  </a:cubicBezTo>
                  <a:lnTo>
                    <a:pt x="61840" y="93846"/>
                  </a:lnTo>
                  <a:moveTo>
                    <a:pt x="104439" y="74185"/>
                  </a:moveTo>
                  <a:lnTo>
                    <a:pt x="68394" y="74185"/>
                  </a:lnTo>
                </a:path>
              </a:pathLst>
            </a:custGeom>
            <a:noFill/>
            <a:ln w="7820">
              <a:solidFill>
                <a:srgbClr val="DE8431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45" name="Imagen 14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798248EE-776A-A8B5-7F0F-DE18D94529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8" t="18566" r="4211" b="9453"/>
          <a:stretch>
            <a:fillRect/>
          </a:stretch>
        </p:blipFill>
        <p:spPr>
          <a:xfrm>
            <a:off x="6021006" y="2670871"/>
            <a:ext cx="4996752" cy="281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410D-F81B-ADA7-4796-332ED619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FF2B5EF4-FFF2-40B4-BE49-F238E27FC236}">
                <a16:creationId xmlns:a16="http://schemas.microsoft.com/office/drawing/2014/main" id="{1793B7D5-F257-B9D9-B683-2A626A1C6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spcBef>
                <a:spcPts val="100"/>
              </a:spcBef>
            </a:pPr>
            <a:r>
              <a:rPr lang="es-MX" sz="2000" dirty="0"/>
              <a:t>2. </a:t>
            </a:r>
            <a:r>
              <a:rPr lang="es-PE" sz="2000" b="1" dirty="0">
                <a:latin typeface="Arial" panose="020B0604020202020204" pitchFamily="34" charset="0"/>
                <a:cs typeface="Arial" panose="020B0604020202020204" pitchFamily="34" charset="0"/>
              </a:rPr>
              <a:t>Expectativas y Responsabilidades</a:t>
            </a:r>
            <a:br>
              <a:rPr lang="es-MX" sz="2000"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sz="2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9340374-76A3-BFD7-4382-F0837434520E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54A056-E636-7AF7-46B4-99322812FCDE}"/>
              </a:ext>
            </a:extLst>
          </p:cNvPr>
          <p:cNvSpPr txBox="1"/>
          <p:nvPr/>
        </p:nvSpPr>
        <p:spPr>
          <a:xfrm>
            <a:off x="381000" y="2097336"/>
            <a:ext cx="6019800" cy="32301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just">
              <a:defRPr sz="1200">
                <a:solidFill>
                  <a:schemeClr val="bg1"/>
                </a:solidFill>
                <a:latin typeface="Trebuchet MS" panose="020B0603020202020204" pitchFamily="34" charset="0"/>
              </a:defRPr>
            </a:lvl1pPr>
            <a:lvl2pPr marL="742950" lvl="1" indent="-285750" algn="just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Trebuchet MS" panose="020B0603020202020204" pitchFamily="34" charset="0"/>
              </a:defRPr>
            </a:lvl2pPr>
          </a:lstStyle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PE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Cada persona es responsable del avance y entrega de su proyecto.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PE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 espera un uso eficiente del tiempo, incluso si se tienen otras asignaciones en paralelo.</a:t>
            </a:r>
          </a:p>
          <a:p>
            <a:pPr marL="171450" indent="-1714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s-PE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Bootcamp no solo mide conocimientos técnicos, sino también compromiso y capacidad de organización.</a:t>
            </a:r>
          </a:p>
          <a:p>
            <a:pPr>
              <a:lnSpc>
                <a:spcPct val="250000"/>
              </a:lnSpc>
            </a:pPr>
            <a:endParaRPr lang="es-PE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76604152-EC2A-7E3A-014E-23A1B930A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012683"/>
            <a:ext cx="5621254" cy="3954075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42364A2-7C03-BF0F-0BF2-6AF9F6506839}"/>
              </a:ext>
            </a:extLst>
          </p:cNvPr>
          <p:cNvSpPr txBox="1"/>
          <p:nvPr/>
        </p:nvSpPr>
        <p:spPr>
          <a:xfrm>
            <a:off x="1219200" y="5964300"/>
            <a:ext cx="982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  <a:lvl1pPr algn="just">
              <a:defRPr sz="1100" spc="-45">
                <a:solidFill>
                  <a:srgbClr val="FF0000"/>
                </a:solidFill>
                <a:latin typeface="Trebuchet MS"/>
              </a:defRPr>
            </a:lvl1pPr>
          </a:lstStyle>
          <a:p>
            <a:r>
              <a:rPr lang="es-MX" sz="1400" b="1" dirty="0"/>
              <a:t>La inasistencia a las sesiones y el incumplimiento de los laboratorios en cada sesión pueden afectar la evaluación final.</a:t>
            </a:r>
            <a:endParaRPr lang="es-PE" sz="1400" b="1" dirty="0"/>
          </a:p>
        </p:txBody>
      </p:sp>
    </p:spTree>
    <p:extLst>
      <p:ext uri="{BB962C8B-B14F-4D97-AF65-F5344CB8AC3E}">
        <p14:creationId xmlns:p14="http://schemas.microsoft.com/office/powerpoint/2010/main" val="967046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917A7-5D3B-ED57-EE3B-5A4E6134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FF2B5EF4-FFF2-40B4-BE49-F238E27FC236}">
                <a16:creationId xmlns:a16="http://schemas.microsoft.com/office/drawing/2014/main" id="{14769787-DFEF-6D9D-D1FA-9BEFCD985E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lang="es-MX" sz="2000" dirty="0"/>
              <a:t>2. Ejecución</a:t>
            </a:r>
            <a:endParaRPr sz="2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E9255CFE-7589-748A-12FA-865090AD321E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3"/>
          <p:cNvSpPr txBox="1"/>
          <p:nvPr/>
        </p:nvSpPr>
        <p:spPr>
          <a:xfrm>
            <a:off x="381000" y="6500693"/>
            <a:ext cx="20707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  <a:tabLst>
                <a:tab pos="990600" algn="l"/>
              </a:tabLst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2024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	©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NTT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Inc.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5"/>
          <p:cNvSpPr/>
          <p:nvPr/>
        </p:nvSpPr>
        <p:spPr>
          <a:xfrm>
            <a:off x="229590" y="6400800"/>
            <a:ext cx="2790825" cy="304800"/>
          </a:xfrm>
          <a:custGeom>
            <a:avLst/>
            <a:gdLst/>
            <a:ahLst/>
            <a:cxnLst/>
            <a:rect l="l" t="t" r="r" b="b"/>
            <a:pathLst>
              <a:path w="2790825" h="304800">
                <a:moveTo>
                  <a:pt x="2790317" y="0"/>
                </a:moveTo>
                <a:lnTo>
                  <a:pt x="0" y="0"/>
                </a:lnTo>
                <a:lnTo>
                  <a:pt x="0" y="304800"/>
                </a:lnTo>
                <a:lnTo>
                  <a:pt x="2790317" y="304800"/>
                </a:lnTo>
                <a:lnTo>
                  <a:pt x="2790317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03C31D7-A1B0-141A-670B-742A8F6FC219}"/>
              </a:ext>
            </a:extLst>
          </p:cNvPr>
          <p:cNvSpPr txBox="1"/>
          <p:nvPr/>
        </p:nvSpPr>
        <p:spPr>
          <a:xfrm>
            <a:off x="38100" y="2514978"/>
            <a:ext cx="115983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MX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 fundamental respetar la fecha de presentación establecidas.</a:t>
            </a:r>
          </a:p>
          <a:p>
            <a:pPr marL="457200" lvl="1" algn="just"/>
            <a:endParaRPr lang="es-MX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 proyecto final deberá cargarse en un repositorio individual que se asignará a cada participante.</a:t>
            </a:r>
          </a:p>
          <a:p>
            <a:pPr marL="457200" lvl="1" algn="just"/>
            <a:endParaRPr lang="es-MX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Posterior a la entrega final, se agendará una sesión de sustentación y revisión del proyecto con el instructor asignado.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s-MX" sz="14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Las calificaciones finales se entregarán </a:t>
            </a:r>
            <a:r>
              <a:rPr lang="es-MX" sz="1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dos días después</a:t>
            </a:r>
            <a:r>
              <a:rPr lang="es-MX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 la sustentación.</a:t>
            </a:r>
          </a:p>
          <a:p>
            <a:pPr algn="just"/>
            <a:endParaRPr lang="es-MX" sz="1400" b="1" spc="-45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9A96B78-C4C7-7611-07A2-6EC2E4AD4A45}"/>
              </a:ext>
            </a:extLst>
          </p:cNvPr>
          <p:cNvSpPr txBox="1"/>
          <p:nvPr/>
        </p:nvSpPr>
        <p:spPr>
          <a:xfrm>
            <a:off x="515921" y="5578808"/>
            <a:ext cx="10896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MX" sz="1100" b="1" spc="-45" dirty="0">
              <a:solidFill>
                <a:srgbClr val="FF0000"/>
              </a:solidFill>
              <a:latin typeface="Trebuchet MS"/>
            </a:endParaRPr>
          </a:p>
          <a:p>
            <a:pPr algn="just"/>
            <a:r>
              <a:rPr lang="es-MX" sz="1100" b="1" u="sng" spc="-45" dirty="0">
                <a:solidFill>
                  <a:srgbClr val="FF0000"/>
                </a:solidFill>
                <a:latin typeface="Trebuchet MS"/>
              </a:rPr>
              <a:t>Nota:</a:t>
            </a:r>
          </a:p>
          <a:p>
            <a:pPr algn="just"/>
            <a:endParaRPr lang="es-MX" sz="1100" b="1" spc="-45" dirty="0">
              <a:solidFill>
                <a:srgbClr val="FF0000"/>
              </a:solidFill>
              <a:latin typeface="Trebuchet MS"/>
            </a:endParaRPr>
          </a:p>
          <a:p>
            <a:pPr algn="just"/>
            <a:r>
              <a:rPr lang="es-MX" sz="1100" b="1" dirty="0">
                <a:solidFill>
                  <a:srgbClr val="FF0000"/>
                </a:solidFill>
                <a:latin typeface="Trebuchet MS" panose="020B0603020202020204" pitchFamily="34" charset="0"/>
              </a:rPr>
              <a:t>Para los participantes que cursan el Bootcamp y, paralelamente, fueron asignados a un proyecto, se considerará una reprogramación de la fecha de entrega del proyecto final. Esto estará sujeto a previa coordinación con la coordinadora del programa.</a:t>
            </a:r>
          </a:p>
          <a:p>
            <a:pPr algn="just"/>
            <a:endParaRPr lang="es-MX" sz="1100" b="1" spc="-45" dirty="0">
              <a:solidFill>
                <a:srgbClr val="FF0000"/>
              </a:solidFill>
              <a:latin typeface="Trebuchet MS"/>
            </a:endParaRPr>
          </a:p>
        </p:txBody>
      </p:sp>
      <p:pic>
        <p:nvPicPr>
          <p:cNvPr id="25" name="Imagen 24" descr="Texto, Logotipo&#10;&#10;Descripción generada automáticamente">
            <a:extLst>
              <a:ext uri="{FF2B5EF4-FFF2-40B4-BE49-F238E27FC236}">
                <a16:creationId xmlns:a16="http://schemas.microsoft.com/office/drawing/2014/main" id="{EB1036BE-EF4E-4413-3FCD-FE85ED8892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73" b="34605"/>
          <a:stretch/>
        </p:blipFill>
        <p:spPr>
          <a:xfrm>
            <a:off x="4831316" y="863625"/>
            <a:ext cx="2265811" cy="893216"/>
          </a:xfrm>
          <a:prstGeom prst="rect">
            <a:avLst/>
          </a:prstGeom>
        </p:spPr>
      </p:pic>
      <p:pic>
        <p:nvPicPr>
          <p:cNvPr id="6" name="Imagen 5" descr="Diagrama, Mapa&#10;&#10;El contenido generado por IA puede ser incorrecto.">
            <a:extLst>
              <a:ext uri="{FF2B5EF4-FFF2-40B4-BE49-F238E27FC236}">
                <a16:creationId xmlns:a16="http://schemas.microsoft.com/office/drawing/2014/main" id="{0DFCAE1A-F269-B9C9-4E56-DC422CB8C0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8" t="21829" r="4421" b="6482"/>
          <a:stretch>
            <a:fillRect/>
          </a:stretch>
        </p:blipFill>
        <p:spPr>
          <a:xfrm>
            <a:off x="9146709" y="1524000"/>
            <a:ext cx="2265812" cy="177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569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F51F-8F3F-6EBB-B24D-75DD3F0E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FF2B5EF4-FFF2-40B4-BE49-F238E27FC236}">
                <a16:creationId xmlns:a16="http://schemas.microsoft.com/office/drawing/2014/main" id="{E0361BD3-6E3C-09CB-7A01-38811D847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spcBef>
                <a:spcPts val="100"/>
              </a:spcBef>
            </a:pPr>
            <a:r>
              <a:rPr lang="es-MX" sz="2000" dirty="0"/>
              <a:t>3. </a:t>
            </a:r>
            <a:r>
              <a:rPr lang="es-PE"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Herramientas y Recursos</a:t>
            </a:r>
            <a:br>
              <a:rPr lang="es-MX" sz="2000" b="1" spc="-45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sz="2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C0921B1-E6EA-6A19-717C-D4D7B59C9C3B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4CDEF492-549B-086A-3233-51E0DA4B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3" b="2416"/>
          <a:stretch/>
        </p:blipFill>
        <p:spPr>
          <a:xfrm>
            <a:off x="990600" y="1828800"/>
            <a:ext cx="9755685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8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71A04-49F9-81AA-EB4C-520FBED4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FF2B5EF4-FFF2-40B4-BE49-F238E27FC236}">
                <a16:creationId xmlns:a16="http://schemas.microsoft.com/office/drawing/2014/main" id="{0A880415-7A78-FF33-9FDD-F2CFB057E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spcBef>
                <a:spcPts val="100"/>
              </a:spcBef>
            </a:pPr>
            <a:r>
              <a:rPr lang="es-MX" sz="2000" dirty="0"/>
              <a:t>3. </a:t>
            </a:r>
            <a:r>
              <a:rPr lang="es-PE" sz="2000" b="1" spc="-45" dirty="0">
                <a:latin typeface="Arial" panose="020B0604020202020204" pitchFamily="34" charset="0"/>
                <a:cs typeface="Arial" panose="020B0604020202020204" pitchFamily="34" charset="0"/>
              </a:rPr>
              <a:t>Herramientas y Recursos</a:t>
            </a:r>
            <a:br>
              <a:rPr lang="es-MX" sz="2000" b="1" spc="-45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2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0E97082A-642A-5526-8A74-3BF84A671843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"/>
          <p:cNvSpPr txBox="1">
            <a:spLocks/>
          </p:cNvSpPr>
          <p:nvPr/>
        </p:nvSpPr>
        <p:spPr>
          <a:xfrm>
            <a:off x="102294" y="1435225"/>
            <a:ext cx="7987512" cy="271305"/>
          </a:xfrm>
          <a:prstGeom prst="rect">
            <a:avLst/>
          </a:prstGeom>
        </p:spPr>
        <p:txBody>
          <a:bodyPr vert="horz" wrap="square" lIns="0" tIns="85801" rIns="0" bIns="0" rtlCol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45415">
              <a:spcBef>
                <a:spcPts val="95"/>
              </a:spcBef>
            </a:pPr>
            <a:r>
              <a:rPr lang="es-PE" sz="1200" dirty="0"/>
              <a:t>Solicitud</a:t>
            </a:r>
            <a:r>
              <a:rPr lang="es-PE" sz="1200" spc="-120" dirty="0"/>
              <a:t> </a:t>
            </a:r>
            <a:r>
              <a:rPr lang="es-PE" sz="1200" dirty="0"/>
              <a:t>ONE</a:t>
            </a:r>
            <a:r>
              <a:rPr lang="es-PE" sz="1200" spc="-95" dirty="0"/>
              <a:t> </a:t>
            </a:r>
            <a:r>
              <a:rPr lang="es-PE" sz="1200" spc="-20" dirty="0"/>
              <a:t>DESK</a:t>
            </a:r>
          </a:p>
        </p:txBody>
      </p:sp>
      <p:sp>
        <p:nvSpPr>
          <p:cNvPr id="39" name="object 5"/>
          <p:cNvSpPr txBox="1"/>
          <p:nvPr/>
        </p:nvSpPr>
        <p:spPr>
          <a:xfrm>
            <a:off x="306419" y="1865172"/>
            <a:ext cx="5941981" cy="466602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354965" algn="l"/>
              </a:tabLst>
            </a:pP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Ingresar</a:t>
            </a:r>
            <a:r>
              <a:rPr sz="1200" spc="-4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Catalog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0071BB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</a:t>
            </a:r>
            <a:r>
              <a:rPr sz="1200" u="sng" spc="-5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200" u="sng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Portal</a:t>
            </a:r>
            <a:r>
              <a:rPr sz="1200" u="sng" spc="-20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200" u="sng" spc="-10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(service-now.com)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354965" algn="l"/>
              </a:tabLst>
            </a:pP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</a:t>
            </a:r>
            <a:r>
              <a:rPr sz="12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solicitud:</a:t>
            </a:r>
            <a:r>
              <a:rPr sz="1200" spc="-4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sz="1200" spc="-4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</a:t>
            </a:r>
            <a:r>
              <a:rPr sz="12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sz="12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password: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354965" algn="l"/>
              </a:tabLst>
            </a:pPr>
            <a:r>
              <a:rPr sz="12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Registrar</a:t>
            </a:r>
            <a:r>
              <a:rPr sz="1200" spc="-1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sz="1200" spc="-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200" spc="-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200" spc="-11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request:</a:t>
            </a:r>
            <a:r>
              <a:rPr sz="1200" spc="19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</a:t>
            </a:r>
            <a:r>
              <a:rPr sz="12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Clave</a:t>
            </a:r>
            <a:r>
              <a:rPr sz="1200" spc="-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120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Bootcamp</a:t>
            </a:r>
            <a:r>
              <a:rPr sz="1200" spc="-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XX</a:t>
            </a:r>
            <a:r>
              <a:rPr lang="es-MX" sz="12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4965" indent="-342265">
              <a:spcBef>
                <a:spcPts val="770"/>
              </a:spcBef>
              <a:buFontTx/>
              <a:buAutoNum type="arabicPeriod"/>
              <a:tabLst>
                <a:tab pos="354965" algn="l"/>
              </a:tabLst>
            </a:pPr>
            <a:r>
              <a:rPr sz="1200" spc="-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Indicar</a:t>
            </a:r>
            <a:r>
              <a:rPr sz="12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25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sz="12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campo</a:t>
            </a:r>
            <a:r>
              <a:rPr sz="12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1200" spc="-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Code: </a:t>
            </a:r>
            <a:r>
              <a:rPr lang="es-PE" sz="1200" b="1" spc="-30" dirty="0">
                <a:solidFill>
                  <a:srgbClr val="6785C1"/>
                </a:solidFill>
                <a:latin typeface="Trebuchet MS"/>
              </a:rPr>
              <a:t>EXT-015836-00499</a:t>
            </a:r>
            <a:endParaRPr lang="es-MX" sz="1200" b="1" spc="-30" dirty="0">
              <a:solidFill>
                <a:srgbClr val="6785C1"/>
              </a:solidFill>
              <a:latin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Reason</a:t>
            </a:r>
            <a:r>
              <a:rPr sz="1200" spc="-4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1200" spc="-1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1200" spc="-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request:</a:t>
            </a: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354965" algn="l"/>
              </a:tabLst>
            </a:pP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PE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PE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+mj-lt"/>
              <a:buAutoNum type="arabicPeriod"/>
              <a:tabLst>
                <a:tab pos="354965" algn="l"/>
              </a:tabLst>
            </a:pPr>
            <a:endParaRPr lang="es-MX" sz="1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 startAt="6"/>
            </a:pPr>
            <a:r>
              <a:rPr lang="es-MX" sz="1200" spc="-3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s-MX"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Ejecutar </a:t>
            </a:r>
            <a:r>
              <a:rPr lang="es-MX" sz="1200" spc="-3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s-MX"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&gt;&gt; </a:t>
            </a:r>
            <a:r>
              <a:rPr lang="es-MX" sz="1200" spc="-3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s-MX"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(Ingresar nombre de tu maquina).</a:t>
            </a:r>
          </a:p>
          <a:p>
            <a:endParaRPr lang="es-MX" sz="1200" spc="-3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  Detalle de solicitud:	</a:t>
            </a:r>
          </a:p>
          <a:p>
            <a:r>
              <a:rPr lang="es-MX"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solicita clave administrador para instalación de herramientas </a:t>
            </a:r>
            <a:r>
              <a:rPr lang="es-MX" sz="1200" spc="-3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Bootcamp</a:t>
            </a:r>
            <a:r>
              <a:rPr lang="es-MX" sz="1200" spc="-3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X.</a:t>
            </a:r>
          </a:p>
          <a:p>
            <a:endParaRPr lang="es-MX" sz="1200" spc="-3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3143" y="1632205"/>
            <a:ext cx="4895691" cy="3790570"/>
          </a:xfrm>
          <a:prstGeom prst="rect">
            <a:avLst/>
          </a:prstGeom>
        </p:spPr>
      </p:pic>
      <p:pic>
        <p:nvPicPr>
          <p:cNvPr id="41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3166" y="3429000"/>
            <a:ext cx="4948428" cy="188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01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0E6B-40B7-B65B-02DF-35AF9DAB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FF2B5EF4-FFF2-40B4-BE49-F238E27FC236}">
                <a16:creationId xmlns:a16="http://schemas.microsoft.com/office/drawing/2014/main" id="{E6C60426-F8D1-16FD-22E9-C9EA3E3BCB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spcBef>
                <a:spcPts val="100"/>
              </a:spcBef>
            </a:pPr>
            <a:r>
              <a:rPr lang="es-MX" sz="2000" dirty="0"/>
              <a:t>4. </a:t>
            </a:r>
            <a:r>
              <a:rPr lang="es-PE" sz="2000" dirty="0"/>
              <a:t>Evaluación: Proceso y Resultados</a:t>
            </a:r>
            <a:endParaRPr sz="2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D2B475AB-B10B-86F2-7FA2-C4B23CDF634D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8412A4C-79D5-5E29-1F0A-2A97EB50FC87}"/>
              </a:ext>
            </a:extLst>
          </p:cNvPr>
          <p:cNvSpPr txBox="1"/>
          <p:nvPr/>
        </p:nvSpPr>
        <p:spPr>
          <a:xfrm>
            <a:off x="685800" y="6241807"/>
            <a:ext cx="11334486" cy="286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PE" sz="1200" b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Nota: En caso de no cumplir con los criterios de evaluación y no aprobar el proyecto final, el participante será sujeto a desvinculación de la compañía.</a:t>
            </a:r>
            <a:endParaRPr lang="es-PE" sz="1200" kern="100" dirty="0">
              <a:solidFill>
                <a:srgbClr val="FF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62B3012E-E1CE-F186-A7C1-93E98067F5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8" b="6667"/>
          <a:stretch>
            <a:fillRect/>
          </a:stretch>
        </p:blipFill>
        <p:spPr>
          <a:xfrm>
            <a:off x="2971800" y="1201616"/>
            <a:ext cx="6382844" cy="445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771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B0785-109A-2E26-989E-4D479926C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4">
            <a:extLst>
              <a:ext uri="{FF2B5EF4-FFF2-40B4-BE49-F238E27FC236}">
                <a16:creationId xmlns:a16="http://schemas.microsoft.com/office/drawing/2014/main" id="{39301409-78FA-A63F-A3A4-F2A884030C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102" y="199771"/>
            <a:ext cx="79875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lang="es-MX" sz="2000" dirty="0"/>
              <a:t>5. Comunicación</a:t>
            </a:r>
            <a:endParaRPr sz="2000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0ED0C5F9-B1DD-E2AA-300E-95457B3A8E0F}"/>
              </a:ext>
            </a:extLst>
          </p:cNvPr>
          <p:cNvSpPr/>
          <p:nvPr/>
        </p:nvSpPr>
        <p:spPr>
          <a:xfrm>
            <a:off x="10606586" y="199770"/>
            <a:ext cx="1211580" cy="360000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39FF139F-71BC-3A21-5DA0-280B2DA2D0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2103627"/>
            <a:ext cx="2520061" cy="2520061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590EE3A2-04A8-C905-BBB5-38DD3C4C4A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0502" y="1859279"/>
            <a:ext cx="3330575" cy="2764409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7640089A-F50E-7BC7-73EA-CEEF00AA2266}"/>
              </a:ext>
            </a:extLst>
          </p:cNvPr>
          <p:cNvSpPr txBox="1"/>
          <p:nvPr/>
        </p:nvSpPr>
        <p:spPr>
          <a:xfrm>
            <a:off x="4204361" y="4771390"/>
            <a:ext cx="36360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Arial Black"/>
                <a:cs typeface="Arial Black"/>
              </a:rPr>
              <a:t>Chat,</a:t>
            </a:r>
            <a:r>
              <a:rPr sz="2000" spc="-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FF"/>
                </a:solidFill>
                <a:latin typeface="Arial Black"/>
                <a:cs typeface="Arial Black"/>
              </a:rPr>
              <a:t>meeting,</a:t>
            </a:r>
            <a:r>
              <a:rPr sz="2000" spc="-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00" dirty="0">
                <a:solidFill>
                  <a:srgbClr val="FFFFFF"/>
                </a:solidFill>
                <a:latin typeface="Arial Black"/>
                <a:cs typeface="Arial Black"/>
              </a:rPr>
              <a:t>docs,</a:t>
            </a:r>
            <a:r>
              <a:rPr sz="20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rial Black"/>
                <a:cs typeface="Arial Black"/>
              </a:rPr>
              <a:t>calls</a:t>
            </a:r>
            <a:endParaRPr sz="2000" dirty="0">
              <a:latin typeface="Arial Black"/>
              <a:cs typeface="Arial Black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90417D1-051B-9ACF-EAC1-EA0CB24AEFE1}"/>
              </a:ext>
            </a:extLst>
          </p:cNvPr>
          <p:cNvSpPr txBox="1"/>
          <p:nvPr/>
        </p:nvSpPr>
        <p:spPr>
          <a:xfrm>
            <a:off x="1373885" y="4771390"/>
            <a:ext cx="11271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Arial Black"/>
                <a:cs typeface="Arial Black"/>
              </a:rPr>
              <a:t>Correos</a:t>
            </a:r>
            <a:endParaRPr sz="2000" dirty="0">
              <a:latin typeface="Arial Black"/>
              <a:cs typeface="Arial Black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FA631FA-7093-F4A4-ED06-C900F08FD9A8}"/>
              </a:ext>
            </a:extLst>
          </p:cNvPr>
          <p:cNvGrpSpPr/>
          <p:nvPr/>
        </p:nvGrpSpPr>
        <p:grpSpPr>
          <a:xfrm>
            <a:off x="9273524" y="1658187"/>
            <a:ext cx="1981200" cy="2959753"/>
            <a:chOff x="2317433" y="2516377"/>
            <a:chExt cx="1981200" cy="2959753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126647D1-F91C-5F59-CC05-E208188B7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17433" y="3104405"/>
              <a:ext cx="1981200" cy="2371725"/>
            </a:xfrm>
            <a:prstGeom prst="rect">
              <a:avLst/>
            </a:prstGeom>
          </p:spPr>
        </p:pic>
        <p:pic>
          <p:nvPicPr>
            <p:cNvPr id="3" name="object 41">
              <a:extLst>
                <a:ext uri="{FF2B5EF4-FFF2-40B4-BE49-F238E27FC236}">
                  <a16:creationId xmlns:a16="http://schemas.microsoft.com/office/drawing/2014/main" id="{2D400A80-F02D-6CD4-ECE4-F5C54D9722A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2685" y="2516377"/>
              <a:ext cx="1530158" cy="588028"/>
            </a:xfrm>
            <a:prstGeom prst="rect">
              <a:avLst/>
            </a:prstGeom>
          </p:spPr>
        </p:pic>
      </p:grpSp>
      <p:sp>
        <p:nvSpPr>
          <p:cNvPr id="13" name="object 8">
            <a:extLst>
              <a:ext uri="{FF2B5EF4-FFF2-40B4-BE49-F238E27FC236}">
                <a16:creationId xmlns:a16="http://schemas.microsoft.com/office/drawing/2014/main" id="{1FBEC27D-AFE9-6C71-1FB3-7885E59C6024}"/>
              </a:ext>
            </a:extLst>
          </p:cNvPr>
          <p:cNvSpPr txBox="1"/>
          <p:nvPr/>
        </p:nvSpPr>
        <p:spPr>
          <a:xfrm>
            <a:off x="8854424" y="4771390"/>
            <a:ext cx="28194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s-MX" sz="2000" dirty="0">
                <a:solidFill>
                  <a:srgbClr val="FFFFFF"/>
                </a:solidFill>
                <a:latin typeface="Arial Black"/>
                <a:cs typeface="Arial Black"/>
              </a:rPr>
              <a:t>Resolución de dudas y consultas</a:t>
            </a:r>
            <a:endParaRPr sz="2000" dirty="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864318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6500693"/>
            <a:ext cx="20707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  <a:tabLst>
                <a:tab pos="990600" algn="l"/>
              </a:tabLst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2024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	©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NTT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Inc.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153400" y="0"/>
            <a:ext cx="4038600" cy="6858000"/>
            <a:chOff x="8153400" y="0"/>
            <a:chExt cx="4038600" cy="6858000"/>
          </a:xfrm>
        </p:grpSpPr>
        <p:sp>
          <p:nvSpPr>
            <p:cNvPr id="4" name="object 4"/>
            <p:cNvSpPr/>
            <p:nvPr/>
          </p:nvSpPr>
          <p:spPr>
            <a:xfrm>
              <a:off x="10588751" y="6428232"/>
              <a:ext cx="1211580" cy="247015"/>
            </a:xfrm>
            <a:custGeom>
              <a:avLst/>
              <a:gdLst/>
              <a:ahLst/>
              <a:cxnLst/>
              <a:rect l="l" t="t" r="r" b="b"/>
              <a:pathLst>
                <a:path w="1211579" h="247015">
                  <a:moveTo>
                    <a:pt x="1170177" y="56083"/>
                  </a:moveTo>
                  <a:lnTo>
                    <a:pt x="1097026" y="56083"/>
                  </a:lnTo>
                  <a:lnTo>
                    <a:pt x="1097026" y="83235"/>
                  </a:lnTo>
                  <a:lnTo>
                    <a:pt x="1178814" y="83235"/>
                  </a:lnTo>
                  <a:lnTo>
                    <a:pt x="1182877" y="88023"/>
                  </a:lnTo>
                  <a:lnTo>
                    <a:pt x="1182877" y="104800"/>
                  </a:lnTo>
                  <a:lnTo>
                    <a:pt x="1123696" y="104800"/>
                  </a:lnTo>
                  <a:lnTo>
                    <a:pt x="1109007" y="106953"/>
                  </a:lnTo>
                  <a:lnTo>
                    <a:pt x="1098486" y="113595"/>
                  </a:lnTo>
                  <a:lnTo>
                    <a:pt x="1092156" y="124999"/>
                  </a:lnTo>
                  <a:lnTo>
                    <a:pt x="1090041" y="141439"/>
                  </a:lnTo>
                  <a:lnTo>
                    <a:pt x="1090041" y="147485"/>
                  </a:lnTo>
                  <a:lnTo>
                    <a:pt x="1092229" y="164229"/>
                  </a:lnTo>
                  <a:lnTo>
                    <a:pt x="1098788" y="175594"/>
                  </a:lnTo>
                  <a:lnTo>
                    <a:pt x="1109704" y="182062"/>
                  </a:lnTo>
                  <a:lnTo>
                    <a:pt x="1124966" y="184111"/>
                  </a:lnTo>
                  <a:lnTo>
                    <a:pt x="1211579" y="184111"/>
                  </a:lnTo>
                  <a:lnTo>
                    <a:pt x="1211579" y="156756"/>
                  </a:lnTo>
                  <a:lnTo>
                    <a:pt x="1123569" y="156756"/>
                  </a:lnTo>
                  <a:lnTo>
                    <a:pt x="1118616" y="154508"/>
                  </a:lnTo>
                  <a:lnTo>
                    <a:pt x="1118616" y="132537"/>
                  </a:lnTo>
                  <a:lnTo>
                    <a:pt x="1123569" y="130619"/>
                  </a:lnTo>
                  <a:lnTo>
                    <a:pt x="1211579" y="130619"/>
                  </a:lnTo>
                  <a:lnTo>
                    <a:pt x="1211579" y="99936"/>
                  </a:lnTo>
                  <a:lnTo>
                    <a:pt x="1209432" y="79480"/>
                  </a:lnTo>
                  <a:lnTo>
                    <a:pt x="1202404" y="65917"/>
                  </a:lnTo>
                  <a:lnTo>
                    <a:pt x="1189612" y="58400"/>
                  </a:lnTo>
                  <a:lnTo>
                    <a:pt x="1170177" y="56083"/>
                  </a:lnTo>
                  <a:close/>
                </a:path>
                <a:path w="1211579" h="247015">
                  <a:moveTo>
                    <a:pt x="1211579" y="130619"/>
                  </a:moveTo>
                  <a:lnTo>
                    <a:pt x="1182877" y="130619"/>
                  </a:lnTo>
                  <a:lnTo>
                    <a:pt x="1182877" y="156756"/>
                  </a:lnTo>
                  <a:lnTo>
                    <a:pt x="1211579" y="156756"/>
                  </a:lnTo>
                  <a:lnTo>
                    <a:pt x="1211579" y="130619"/>
                  </a:lnTo>
                  <a:close/>
                </a:path>
                <a:path w="1211579" h="247015">
                  <a:moveTo>
                    <a:pt x="928751" y="56083"/>
                  </a:moveTo>
                  <a:lnTo>
                    <a:pt x="855472" y="56083"/>
                  </a:lnTo>
                  <a:lnTo>
                    <a:pt x="855472" y="83235"/>
                  </a:lnTo>
                  <a:lnTo>
                    <a:pt x="937259" y="83235"/>
                  </a:lnTo>
                  <a:lnTo>
                    <a:pt x="941324" y="88023"/>
                  </a:lnTo>
                  <a:lnTo>
                    <a:pt x="941324" y="104800"/>
                  </a:lnTo>
                  <a:lnTo>
                    <a:pt x="882269" y="104800"/>
                  </a:lnTo>
                  <a:lnTo>
                    <a:pt x="867527" y="106953"/>
                  </a:lnTo>
                  <a:lnTo>
                    <a:pt x="857011" y="113595"/>
                  </a:lnTo>
                  <a:lnTo>
                    <a:pt x="850711" y="124999"/>
                  </a:lnTo>
                  <a:lnTo>
                    <a:pt x="848614" y="141439"/>
                  </a:lnTo>
                  <a:lnTo>
                    <a:pt x="848614" y="147485"/>
                  </a:lnTo>
                  <a:lnTo>
                    <a:pt x="850782" y="164229"/>
                  </a:lnTo>
                  <a:lnTo>
                    <a:pt x="857297" y="175594"/>
                  </a:lnTo>
                  <a:lnTo>
                    <a:pt x="868170" y="182062"/>
                  </a:lnTo>
                  <a:lnTo>
                    <a:pt x="883412" y="184111"/>
                  </a:lnTo>
                  <a:lnTo>
                    <a:pt x="970152" y="184111"/>
                  </a:lnTo>
                  <a:lnTo>
                    <a:pt x="970152" y="156756"/>
                  </a:lnTo>
                  <a:lnTo>
                    <a:pt x="882142" y="156756"/>
                  </a:lnTo>
                  <a:lnTo>
                    <a:pt x="877189" y="154508"/>
                  </a:lnTo>
                  <a:lnTo>
                    <a:pt x="877189" y="132537"/>
                  </a:lnTo>
                  <a:lnTo>
                    <a:pt x="882015" y="130619"/>
                  </a:lnTo>
                  <a:lnTo>
                    <a:pt x="970152" y="130619"/>
                  </a:lnTo>
                  <a:lnTo>
                    <a:pt x="970152" y="99936"/>
                  </a:lnTo>
                  <a:lnTo>
                    <a:pt x="968005" y="79480"/>
                  </a:lnTo>
                  <a:lnTo>
                    <a:pt x="960977" y="65917"/>
                  </a:lnTo>
                  <a:lnTo>
                    <a:pt x="948185" y="58400"/>
                  </a:lnTo>
                  <a:lnTo>
                    <a:pt x="928751" y="56083"/>
                  </a:lnTo>
                  <a:close/>
                </a:path>
                <a:path w="1211579" h="247015">
                  <a:moveTo>
                    <a:pt x="970152" y="130619"/>
                  </a:moveTo>
                  <a:lnTo>
                    <a:pt x="941324" y="130619"/>
                  </a:lnTo>
                  <a:lnTo>
                    <a:pt x="941324" y="156756"/>
                  </a:lnTo>
                  <a:lnTo>
                    <a:pt x="970152" y="156756"/>
                  </a:lnTo>
                  <a:lnTo>
                    <a:pt x="970152" y="130619"/>
                  </a:lnTo>
                  <a:close/>
                </a:path>
                <a:path w="1211579" h="247015">
                  <a:moveTo>
                    <a:pt x="794893" y="56083"/>
                  </a:moveTo>
                  <a:lnTo>
                    <a:pt x="717042" y="56083"/>
                  </a:lnTo>
                  <a:lnTo>
                    <a:pt x="717042" y="184111"/>
                  </a:lnTo>
                  <a:lnTo>
                    <a:pt x="796290" y="184111"/>
                  </a:lnTo>
                  <a:lnTo>
                    <a:pt x="815826" y="181233"/>
                  </a:lnTo>
                  <a:lnTo>
                    <a:pt x="828468" y="172699"/>
                  </a:lnTo>
                  <a:lnTo>
                    <a:pt x="835277" y="158656"/>
                  </a:lnTo>
                  <a:lnTo>
                    <a:pt x="835465" y="156857"/>
                  </a:lnTo>
                  <a:lnTo>
                    <a:pt x="746125" y="156857"/>
                  </a:lnTo>
                  <a:lnTo>
                    <a:pt x="746125" y="83350"/>
                  </a:lnTo>
                  <a:lnTo>
                    <a:pt x="835244" y="83350"/>
                  </a:lnTo>
                  <a:lnTo>
                    <a:pt x="834826" y="79786"/>
                  </a:lnTo>
                  <a:lnTo>
                    <a:pt x="827151" y="65935"/>
                  </a:lnTo>
                  <a:lnTo>
                    <a:pt x="813950" y="58375"/>
                  </a:lnTo>
                  <a:lnTo>
                    <a:pt x="794893" y="56083"/>
                  </a:lnTo>
                  <a:close/>
                </a:path>
                <a:path w="1211579" h="247015">
                  <a:moveTo>
                    <a:pt x="835244" y="83350"/>
                  </a:moveTo>
                  <a:lnTo>
                    <a:pt x="803528" y="83350"/>
                  </a:lnTo>
                  <a:lnTo>
                    <a:pt x="807593" y="88125"/>
                  </a:lnTo>
                  <a:lnTo>
                    <a:pt x="807593" y="152082"/>
                  </a:lnTo>
                  <a:lnTo>
                    <a:pt x="803528" y="156857"/>
                  </a:lnTo>
                  <a:lnTo>
                    <a:pt x="835465" y="156857"/>
                  </a:lnTo>
                  <a:lnTo>
                    <a:pt x="837311" y="139255"/>
                  </a:lnTo>
                  <a:lnTo>
                    <a:pt x="837311" y="100952"/>
                  </a:lnTo>
                  <a:lnTo>
                    <a:pt x="835244" y="83350"/>
                  </a:lnTo>
                  <a:close/>
                </a:path>
                <a:path w="1211579" h="247015">
                  <a:moveTo>
                    <a:pt x="1046099" y="83019"/>
                  </a:moveTo>
                  <a:lnTo>
                    <a:pt x="1017016" y="83019"/>
                  </a:lnTo>
                  <a:lnTo>
                    <a:pt x="1017016" y="184137"/>
                  </a:lnTo>
                  <a:lnTo>
                    <a:pt x="1046099" y="184137"/>
                  </a:lnTo>
                  <a:lnTo>
                    <a:pt x="1046099" y="83019"/>
                  </a:lnTo>
                  <a:close/>
                </a:path>
                <a:path w="1211579" h="247015">
                  <a:moveTo>
                    <a:pt x="1087247" y="56083"/>
                  </a:moveTo>
                  <a:lnTo>
                    <a:pt x="975995" y="56083"/>
                  </a:lnTo>
                  <a:lnTo>
                    <a:pt x="975995" y="83019"/>
                  </a:lnTo>
                  <a:lnTo>
                    <a:pt x="1087247" y="83019"/>
                  </a:lnTo>
                  <a:lnTo>
                    <a:pt x="1087247" y="56083"/>
                  </a:lnTo>
                  <a:close/>
                </a:path>
                <a:path w="1211579" h="247015">
                  <a:moveTo>
                    <a:pt x="640588" y="83019"/>
                  </a:moveTo>
                  <a:lnTo>
                    <a:pt x="611504" y="83019"/>
                  </a:lnTo>
                  <a:lnTo>
                    <a:pt x="611504" y="184137"/>
                  </a:lnTo>
                  <a:lnTo>
                    <a:pt x="640588" y="184137"/>
                  </a:lnTo>
                  <a:lnTo>
                    <a:pt x="640588" y="83019"/>
                  </a:lnTo>
                  <a:close/>
                </a:path>
                <a:path w="1211579" h="247015">
                  <a:moveTo>
                    <a:pt x="681736" y="56083"/>
                  </a:moveTo>
                  <a:lnTo>
                    <a:pt x="570483" y="56083"/>
                  </a:lnTo>
                  <a:lnTo>
                    <a:pt x="570483" y="83019"/>
                  </a:lnTo>
                  <a:lnTo>
                    <a:pt x="681736" y="83019"/>
                  </a:lnTo>
                  <a:lnTo>
                    <a:pt x="681736" y="56083"/>
                  </a:lnTo>
                  <a:close/>
                </a:path>
                <a:path w="1211579" h="247015">
                  <a:moveTo>
                    <a:pt x="520065" y="83019"/>
                  </a:moveTo>
                  <a:lnTo>
                    <a:pt x="490981" y="83019"/>
                  </a:lnTo>
                  <a:lnTo>
                    <a:pt x="490981" y="184137"/>
                  </a:lnTo>
                  <a:lnTo>
                    <a:pt x="520065" y="184137"/>
                  </a:lnTo>
                  <a:lnTo>
                    <a:pt x="520065" y="83019"/>
                  </a:lnTo>
                  <a:close/>
                </a:path>
                <a:path w="1211579" h="247015">
                  <a:moveTo>
                    <a:pt x="561213" y="56083"/>
                  </a:moveTo>
                  <a:lnTo>
                    <a:pt x="449961" y="56083"/>
                  </a:lnTo>
                  <a:lnTo>
                    <a:pt x="449961" y="83019"/>
                  </a:lnTo>
                  <a:lnTo>
                    <a:pt x="561213" y="83019"/>
                  </a:lnTo>
                  <a:lnTo>
                    <a:pt x="561213" y="56083"/>
                  </a:lnTo>
                  <a:close/>
                </a:path>
                <a:path w="1211579" h="247015">
                  <a:moveTo>
                    <a:pt x="373128" y="84759"/>
                  </a:moveTo>
                  <a:lnTo>
                    <a:pt x="343662" y="84759"/>
                  </a:lnTo>
                  <a:lnTo>
                    <a:pt x="344424" y="85521"/>
                  </a:lnTo>
                  <a:lnTo>
                    <a:pt x="344931" y="86588"/>
                  </a:lnTo>
                  <a:lnTo>
                    <a:pt x="364426" y="124667"/>
                  </a:lnTo>
                  <a:lnTo>
                    <a:pt x="389254" y="170967"/>
                  </a:lnTo>
                  <a:lnTo>
                    <a:pt x="414147" y="185559"/>
                  </a:lnTo>
                  <a:lnTo>
                    <a:pt x="423231" y="184290"/>
                  </a:lnTo>
                  <a:lnTo>
                    <a:pt x="431577" y="179360"/>
                  </a:lnTo>
                  <a:lnTo>
                    <a:pt x="437685" y="169084"/>
                  </a:lnTo>
                  <a:lnTo>
                    <a:pt x="439550" y="155460"/>
                  </a:lnTo>
                  <a:lnTo>
                    <a:pt x="410337" y="155460"/>
                  </a:lnTo>
                  <a:lnTo>
                    <a:pt x="409448" y="154686"/>
                  </a:lnTo>
                  <a:lnTo>
                    <a:pt x="408940" y="153619"/>
                  </a:lnTo>
                  <a:lnTo>
                    <a:pt x="388350" y="113793"/>
                  </a:lnTo>
                  <a:lnTo>
                    <a:pt x="373611" y="85648"/>
                  </a:lnTo>
                  <a:lnTo>
                    <a:pt x="373128" y="84759"/>
                  </a:lnTo>
                  <a:close/>
                </a:path>
                <a:path w="1211579" h="247015">
                  <a:moveTo>
                    <a:pt x="339725" y="54648"/>
                  </a:moveTo>
                  <a:lnTo>
                    <a:pt x="330694" y="55917"/>
                  </a:lnTo>
                  <a:lnTo>
                    <a:pt x="322341" y="60847"/>
                  </a:lnTo>
                  <a:lnTo>
                    <a:pt x="316204" y="71123"/>
                  </a:lnTo>
                  <a:lnTo>
                    <a:pt x="313817" y="88430"/>
                  </a:lnTo>
                  <a:lnTo>
                    <a:pt x="313817" y="184290"/>
                  </a:lnTo>
                  <a:lnTo>
                    <a:pt x="342519" y="184290"/>
                  </a:lnTo>
                  <a:lnTo>
                    <a:pt x="342519" y="98590"/>
                  </a:lnTo>
                  <a:lnTo>
                    <a:pt x="342138" y="90093"/>
                  </a:lnTo>
                  <a:lnTo>
                    <a:pt x="342011" y="85648"/>
                  </a:lnTo>
                  <a:lnTo>
                    <a:pt x="343662" y="84759"/>
                  </a:lnTo>
                  <a:lnTo>
                    <a:pt x="373128" y="84759"/>
                  </a:lnTo>
                  <a:lnTo>
                    <a:pt x="364617" y="69253"/>
                  </a:lnTo>
                  <a:lnTo>
                    <a:pt x="360227" y="63333"/>
                  </a:lnTo>
                  <a:lnTo>
                    <a:pt x="354933" y="58716"/>
                  </a:lnTo>
                  <a:lnTo>
                    <a:pt x="348257" y="55717"/>
                  </a:lnTo>
                  <a:lnTo>
                    <a:pt x="339725" y="54648"/>
                  </a:lnTo>
                  <a:close/>
                </a:path>
                <a:path w="1211579" h="247015">
                  <a:moveTo>
                    <a:pt x="440054" y="56045"/>
                  </a:moveTo>
                  <a:lnTo>
                    <a:pt x="411479" y="56045"/>
                  </a:lnTo>
                  <a:lnTo>
                    <a:pt x="411479" y="141630"/>
                  </a:lnTo>
                  <a:lnTo>
                    <a:pt x="411733" y="150126"/>
                  </a:lnTo>
                  <a:lnTo>
                    <a:pt x="411861" y="151828"/>
                  </a:lnTo>
                  <a:lnTo>
                    <a:pt x="411861" y="154686"/>
                  </a:lnTo>
                  <a:lnTo>
                    <a:pt x="411646" y="154686"/>
                  </a:lnTo>
                  <a:lnTo>
                    <a:pt x="411099" y="154978"/>
                  </a:lnTo>
                  <a:lnTo>
                    <a:pt x="410337" y="155460"/>
                  </a:lnTo>
                  <a:lnTo>
                    <a:pt x="439550" y="155460"/>
                  </a:lnTo>
                  <a:lnTo>
                    <a:pt x="440048" y="151828"/>
                  </a:lnTo>
                  <a:lnTo>
                    <a:pt x="440054" y="56045"/>
                  </a:lnTo>
                  <a:close/>
                </a:path>
                <a:path w="1211579" h="247015">
                  <a:moveTo>
                    <a:pt x="104775" y="0"/>
                  </a:moveTo>
                  <a:lnTo>
                    <a:pt x="98932" y="0"/>
                  </a:lnTo>
                  <a:lnTo>
                    <a:pt x="87001" y="698"/>
                  </a:lnTo>
                  <a:lnTo>
                    <a:pt x="88484" y="698"/>
                  </a:lnTo>
                  <a:lnTo>
                    <a:pt x="79724" y="2243"/>
                  </a:lnTo>
                  <a:lnTo>
                    <a:pt x="44767" y="19102"/>
                  </a:lnTo>
                  <a:lnTo>
                    <a:pt x="17573" y="50047"/>
                  </a:lnTo>
                  <a:lnTo>
                    <a:pt x="2111" y="92186"/>
                  </a:lnTo>
                  <a:lnTo>
                    <a:pt x="28" y="115900"/>
                  </a:lnTo>
                  <a:lnTo>
                    <a:pt x="0" y="116547"/>
                  </a:lnTo>
                  <a:lnTo>
                    <a:pt x="6054" y="155870"/>
                  </a:lnTo>
                  <a:lnTo>
                    <a:pt x="16053" y="179197"/>
                  </a:lnTo>
                  <a:lnTo>
                    <a:pt x="16127" y="179349"/>
                  </a:lnTo>
                  <a:lnTo>
                    <a:pt x="48208" y="217615"/>
                  </a:lnTo>
                  <a:lnTo>
                    <a:pt x="92281" y="241155"/>
                  </a:lnTo>
                  <a:lnTo>
                    <a:pt x="130428" y="246888"/>
                  </a:lnTo>
                  <a:lnTo>
                    <a:pt x="143535" y="246231"/>
                  </a:lnTo>
                  <a:lnTo>
                    <a:pt x="180594" y="236855"/>
                  </a:lnTo>
                  <a:lnTo>
                    <a:pt x="215954" y="214782"/>
                  </a:lnTo>
                  <a:lnTo>
                    <a:pt x="130428" y="214782"/>
                  </a:lnTo>
                  <a:lnTo>
                    <a:pt x="120459" y="214282"/>
                  </a:lnTo>
                  <a:lnTo>
                    <a:pt x="83821" y="203037"/>
                  </a:lnTo>
                  <a:lnTo>
                    <a:pt x="49053" y="171610"/>
                  </a:lnTo>
                  <a:lnTo>
                    <a:pt x="34131" y="136234"/>
                  </a:lnTo>
                  <a:lnTo>
                    <a:pt x="32130" y="115900"/>
                  </a:lnTo>
                  <a:lnTo>
                    <a:pt x="32475" y="108204"/>
                  </a:lnTo>
                  <a:lnTo>
                    <a:pt x="32547" y="106585"/>
                  </a:lnTo>
                  <a:lnTo>
                    <a:pt x="33718" y="97909"/>
                  </a:lnTo>
                  <a:lnTo>
                    <a:pt x="33750" y="97672"/>
                  </a:lnTo>
                  <a:lnTo>
                    <a:pt x="35518" y="89852"/>
                  </a:lnTo>
                  <a:lnTo>
                    <a:pt x="35595" y="89509"/>
                  </a:lnTo>
                  <a:lnTo>
                    <a:pt x="35667" y="89193"/>
                  </a:lnTo>
                  <a:lnTo>
                    <a:pt x="38109" y="81546"/>
                  </a:lnTo>
                  <a:lnTo>
                    <a:pt x="38226" y="81178"/>
                  </a:lnTo>
                  <a:lnTo>
                    <a:pt x="64101" y="44486"/>
                  </a:lnTo>
                  <a:lnTo>
                    <a:pt x="86118" y="33076"/>
                  </a:lnTo>
                  <a:lnTo>
                    <a:pt x="85500" y="33076"/>
                  </a:lnTo>
                  <a:lnTo>
                    <a:pt x="97408" y="31826"/>
                  </a:lnTo>
                  <a:lnTo>
                    <a:pt x="229880" y="31826"/>
                  </a:lnTo>
                  <a:lnTo>
                    <a:pt x="223877" y="25632"/>
                  </a:lnTo>
                  <a:lnTo>
                    <a:pt x="216217" y="19102"/>
                  </a:lnTo>
                  <a:lnTo>
                    <a:pt x="208081" y="13451"/>
                  </a:lnTo>
                  <a:lnTo>
                    <a:pt x="199517" y="8724"/>
                  </a:lnTo>
                  <a:lnTo>
                    <a:pt x="192748" y="5905"/>
                  </a:lnTo>
                  <a:lnTo>
                    <a:pt x="130428" y="5905"/>
                  </a:lnTo>
                  <a:lnTo>
                    <a:pt x="127000" y="4356"/>
                  </a:lnTo>
                  <a:lnTo>
                    <a:pt x="122047" y="2870"/>
                  </a:lnTo>
                  <a:lnTo>
                    <a:pt x="110871" y="698"/>
                  </a:lnTo>
                  <a:lnTo>
                    <a:pt x="104775" y="0"/>
                  </a:lnTo>
                  <a:close/>
                </a:path>
                <a:path w="1211579" h="247015">
                  <a:moveTo>
                    <a:pt x="229880" y="31826"/>
                  </a:moveTo>
                  <a:lnTo>
                    <a:pt x="163575" y="31826"/>
                  </a:lnTo>
                  <a:lnTo>
                    <a:pt x="174922" y="33076"/>
                  </a:lnTo>
                  <a:lnTo>
                    <a:pt x="186340" y="37479"/>
                  </a:lnTo>
                  <a:lnTo>
                    <a:pt x="216090" y="67068"/>
                  </a:lnTo>
                  <a:lnTo>
                    <a:pt x="227245" y="97672"/>
                  </a:lnTo>
                  <a:lnTo>
                    <a:pt x="227298" y="97909"/>
                  </a:lnTo>
                  <a:lnTo>
                    <a:pt x="228439" y="106585"/>
                  </a:lnTo>
                  <a:lnTo>
                    <a:pt x="228853" y="115900"/>
                  </a:lnTo>
                  <a:lnTo>
                    <a:pt x="228414" y="124688"/>
                  </a:lnTo>
                  <a:lnTo>
                    <a:pt x="228340" y="126169"/>
                  </a:lnTo>
                  <a:lnTo>
                    <a:pt x="216900" y="163463"/>
                  </a:lnTo>
                  <a:lnTo>
                    <a:pt x="185308" y="198142"/>
                  </a:lnTo>
                  <a:lnTo>
                    <a:pt x="150145" y="212813"/>
                  </a:lnTo>
                  <a:lnTo>
                    <a:pt x="130428" y="214782"/>
                  </a:lnTo>
                  <a:lnTo>
                    <a:pt x="215954" y="214782"/>
                  </a:lnTo>
                  <a:lnTo>
                    <a:pt x="244857" y="179349"/>
                  </a:lnTo>
                  <a:lnTo>
                    <a:pt x="258238" y="143252"/>
                  </a:lnTo>
                  <a:lnTo>
                    <a:pt x="260984" y="116547"/>
                  </a:lnTo>
                  <a:lnTo>
                    <a:pt x="260623" y="108204"/>
                  </a:lnTo>
                  <a:lnTo>
                    <a:pt x="260502" y="105397"/>
                  </a:lnTo>
                  <a:lnTo>
                    <a:pt x="260447" y="104130"/>
                  </a:lnTo>
                  <a:lnTo>
                    <a:pt x="258873" y="92186"/>
                  </a:lnTo>
                  <a:lnTo>
                    <a:pt x="256499" y="81546"/>
                  </a:lnTo>
                  <a:lnTo>
                    <a:pt x="256416" y="81178"/>
                  </a:lnTo>
                  <a:lnTo>
                    <a:pt x="237551" y="41147"/>
                  </a:lnTo>
                  <a:lnTo>
                    <a:pt x="231079" y="33076"/>
                  </a:lnTo>
                  <a:lnTo>
                    <a:pt x="229880" y="31826"/>
                  </a:lnTo>
                  <a:close/>
                </a:path>
                <a:path w="1211579" h="247015">
                  <a:moveTo>
                    <a:pt x="163575" y="31826"/>
                  </a:moveTo>
                  <a:lnTo>
                    <a:pt x="97408" y="31826"/>
                  </a:lnTo>
                  <a:lnTo>
                    <a:pt x="92536" y="37285"/>
                  </a:lnTo>
                  <a:lnTo>
                    <a:pt x="75942" y="77128"/>
                  </a:lnTo>
                  <a:lnTo>
                    <a:pt x="75565" y="84328"/>
                  </a:lnTo>
                  <a:lnTo>
                    <a:pt x="76744" y="96215"/>
                  </a:lnTo>
                  <a:lnTo>
                    <a:pt x="79954" y="106585"/>
                  </a:lnTo>
                  <a:lnTo>
                    <a:pt x="80073" y="106970"/>
                  </a:lnTo>
                  <a:lnTo>
                    <a:pt x="109743" y="136234"/>
                  </a:lnTo>
                  <a:lnTo>
                    <a:pt x="130428" y="140360"/>
                  </a:lnTo>
                  <a:lnTo>
                    <a:pt x="141100" y="139302"/>
                  </a:lnTo>
                  <a:lnTo>
                    <a:pt x="175647" y="116547"/>
                  </a:lnTo>
                  <a:lnTo>
                    <a:pt x="180234" y="108204"/>
                  </a:lnTo>
                  <a:lnTo>
                    <a:pt x="123571" y="108204"/>
                  </a:lnTo>
                  <a:lnTo>
                    <a:pt x="117728" y="105397"/>
                  </a:lnTo>
                  <a:lnTo>
                    <a:pt x="109600" y="96215"/>
                  </a:lnTo>
                  <a:lnTo>
                    <a:pt x="107315" y="89852"/>
                  </a:lnTo>
                  <a:lnTo>
                    <a:pt x="107440" y="81178"/>
                  </a:lnTo>
                  <a:lnTo>
                    <a:pt x="125602" y="42862"/>
                  </a:lnTo>
                  <a:lnTo>
                    <a:pt x="130428" y="40017"/>
                  </a:lnTo>
                  <a:lnTo>
                    <a:pt x="170575" y="40017"/>
                  </a:lnTo>
                  <a:lnTo>
                    <a:pt x="168715" y="37479"/>
                  </a:lnTo>
                  <a:lnTo>
                    <a:pt x="163575" y="31826"/>
                  </a:lnTo>
                  <a:close/>
                </a:path>
                <a:path w="1211579" h="247015">
                  <a:moveTo>
                    <a:pt x="170575" y="40017"/>
                  </a:moveTo>
                  <a:lnTo>
                    <a:pt x="130428" y="40017"/>
                  </a:lnTo>
                  <a:lnTo>
                    <a:pt x="134239" y="42062"/>
                  </a:lnTo>
                  <a:lnTo>
                    <a:pt x="141350" y="48793"/>
                  </a:lnTo>
                  <a:lnTo>
                    <a:pt x="153510" y="80761"/>
                  </a:lnTo>
                  <a:lnTo>
                    <a:pt x="153544" y="81178"/>
                  </a:lnTo>
                  <a:lnTo>
                    <a:pt x="153670" y="89852"/>
                  </a:lnTo>
                  <a:lnTo>
                    <a:pt x="151383" y="96215"/>
                  </a:lnTo>
                  <a:lnTo>
                    <a:pt x="143255" y="105397"/>
                  </a:lnTo>
                  <a:lnTo>
                    <a:pt x="137414" y="108204"/>
                  </a:lnTo>
                  <a:lnTo>
                    <a:pt x="180234" y="108204"/>
                  </a:lnTo>
                  <a:lnTo>
                    <a:pt x="180911" y="106970"/>
                  </a:lnTo>
                  <a:lnTo>
                    <a:pt x="184240" y="96215"/>
                  </a:lnTo>
                  <a:lnTo>
                    <a:pt x="185420" y="84328"/>
                  </a:lnTo>
                  <a:lnTo>
                    <a:pt x="185297" y="81178"/>
                  </a:lnTo>
                  <a:lnTo>
                    <a:pt x="185281" y="80761"/>
                  </a:lnTo>
                  <a:lnTo>
                    <a:pt x="173164" y="43551"/>
                  </a:lnTo>
                  <a:lnTo>
                    <a:pt x="170575" y="40017"/>
                  </a:lnTo>
                  <a:close/>
                </a:path>
                <a:path w="1211579" h="247015">
                  <a:moveTo>
                    <a:pt x="162051" y="0"/>
                  </a:moveTo>
                  <a:lnTo>
                    <a:pt x="156209" y="0"/>
                  </a:lnTo>
                  <a:lnTo>
                    <a:pt x="149853" y="698"/>
                  </a:lnTo>
                  <a:lnTo>
                    <a:pt x="138767" y="2870"/>
                  </a:lnTo>
                  <a:lnTo>
                    <a:pt x="133844" y="4356"/>
                  </a:lnTo>
                  <a:lnTo>
                    <a:pt x="130428" y="5905"/>
                  </a:lnTo>
                  <a:lnTo>
                    <a:pt x="192748" y="5905"/>
                  </a:lnTo>
                  <a:lnTo>
                    <a:pt x="190519" y="4977"/>
                  </a:lnTo>
                  <a:lnTo>
                    <a:pt x="181260" y="2243"/>
                  </a:lnTo>
                  <a:lnTo>
                    <a:pt x="172500" y="698"/>
                  </a:lnTo>
                  <a:lnTo>
                    <a:pt x="173983" y="698"/>
                  </a:lnTo>
                  <a:lnTo>
                    <a:pt x="16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3400" y="0"/>
              <a:ext cx="4038600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588751" y="6428232"/>
              <a:ext cx="1211580" cy="247015"/>
            </a:xfrm>
            <a:custGeom>
              <a:avLst/>
              <a:gdLst/>
              <a:ahLst/>
              <a:cxnLst/>
              <a:rect l="l" t="t" r="r" b="b"/>
              <a:pathLst>
                <a:path w="1211579" h="247015">
                  <a:moveTo>
                    <a:pt x="1170177" y="56083"/>
                  </a:moveTo>
                  <a:lnTo>
                    <a:pt x="1097026" y="56083"/>
                  </a:lnTo>
                  <a:lnTo>
                    <a:pt x="1097026" y="83235"/>
                  </a:lnTo>
                  <a:lnTo>
                    <a:pt x="1178814" y="83235"/>
                  </a:lnTo>
                  <a:lnTo>
                    <a:pt x="1182877" y="88023"/>
                  </a:lnTo>
                  <a:lnTo>
                    <a:pt x="1182877" y="104800"/>
                  </a:lnTo>
                  <a:lnTo>
                    <a:pt x="1123696" y="104800"/>
                  </a:lnTo>
                  <a:lnTo>
                    <a:pt x="1109007" y="106953"/>
                  </a:lnTo>
                  <a:lnTo>
                    <a:pt x="1098486" y="113595"/>
                  </a:lnTo>
                  <a:lnTo>
                    <a:pt x="1092156" y="124999"/>
                  </a:lnTo>
                  <a:lnTo>
                    <a:pt x="1090041" y="141439"/>
                  </a:lnTo>
                  <a:lnTo>
                    <a:pt x="1090041" y="147485"/>
                  </a:lnTo>
                  <a:lnTo>
                    <a:pt x="1092229" y="164229"/>
                  </a:lnTo>
                  <a:lnTo>
                    <a:pt x="1098788" y="175594"/>
                  </a:lnTo>
                  <a:lnTo>
                    <a:pt x="1109704" y="182062"/>
                  </a:lnTo>
                  <a:lnTo>
                    <a:pt x="1124966" y="184111"/>
                  </a:lnTo>
                  <a:lnTo>
                    <a:pt x="1211579" y="184111"/>
                  </a:lnTo>
                  <a:lnTo>
                    <a:pt x="1211579" y="156756"/>
                  </a:lnTo>
                  <a:lnTo>
                    <a:pt x="1123569" y="156756"/>
                  </a:lnTo>
                  <a:lnTo>
                    <a:pt x="1118616" y="154508"/>
                  </a:lnTo>
                  <a:lnTo>
                    <a:pt x="1118616" y="132537"/>
                  </a:lnTo>
                  <a:lnTo>
                    <a:pt x="1123569" y="130619"/>
                  </a:lnTo>
                  <a:lnTo>
                    <a:pt x="1211579" y="130619"/>
                  </a:lnTo>
                  <a:lnTo>
                    <a:pt x="1211579" y="99936"/>
                  </a:lnTo>
                  <a:lnTo>
                    <a:pt x="1209432" y="79480"/>
                  </a:lnTo>
                  <a:lnTo>
                    <a:pt x="1202404" y="65917"/>
                  </a:lnTo>
                  <a:lnTo>
                    <a:pt x="1189612" y="58400"/>
                  </a:lnTo>
                  <a:lnTo>
                    <a:pt x="1170177" y="56083"/>
                  </a:lnTo>
                  <a:close/>
                </a:path>
                <a:path w="1211579" h="247015">
                  <a:moveTo>
                    <a:pt x="1211579" y="130619"/>
                  </a:moveTo>
                  <a:lnTo>
                    <a:pt x="1182877" y="130619"/>
                  </a:lnTo>
                  <a:lnTo>
                    <a:pt x="1182877" y="156756"/>
                  </a:lnTo>
                  <a:lnTo>
                    <a:pt x="1211579" y="156756"/>
                  </a:lnTo>
                  <a:lnTo>
                    <a:pt x="1211579" y="130619"/>
                  </a:lnTo>
                  <a:close/>
                </a:path>
                <a:path w="1211579" h="247015">
                  <a:moveTo>
                    <a:pt x="928751" y="56083"/>
                  </a:moveTo>
                  <a:lnTo>
                    <a:pt x="855472" y="56083"/>
                  </a:lnTo>
                  <a:lnTo>
                    <a:pt x="855472" y="83235"/>
                  </a:lnTo>
                  <a:lnTo>
                    <a:pt x="937259" y="83235"/>
                  </a:lnTo>
                  <a:lnTo>
                    <a:pt x="941324" y="88023"/>
                  </a:lnTo>
                  <a:lnTo>
                    <a:pt x="941324" y="104800"/>
                  </a:lnTo>
                  <a:lnTo>
                    <a:pt x="882269" y="104800"/>
                  </a:lnTo>
                  <a:lnTo>
                    <a:pt x="867527" y="106953"/>
                  </a:lnTo>
                  <a:lnTo>
                    <a:pt x="857011" y="113595"/>
                  </a:lnTo>
                  <a:lnTo>
                    <a:pt x="850711" y="124999"/>
                  </a:lnTo>
                  <a:lnTo>
                    <a:pt x="848614" y="141439"/>
                  </a:lnTo>
                  <a:lnTo>
                    <a:pt x="848614" y="147485"/>
                  </a:lnTo>
                  <a:lnTo>
                    <a:pt x="850782" y="164229"/>
                  </a:lnTo>
                  <a:lnTo>
                    <a:pt x="857297" y="175594"/>
                  </a:lnTo>
                  <a:lnTo>
                    <a:pt x="868170" y="182062"/>
                  </a:lnTo>
                  <a:lnTo>
                    <a:pt x="883412" y="184111"/>
                  </a:lnTo>
                  <a:lnTo>
                    <a:pt x="970152" y="184111"/>
                  </a:lnTo>
                  <a:lnTo>
                    <a:pt x="970152" y="156756"/>
                  </a:lnTo>
                  <a:lnTo>
                    <a:pt x="882142" y="156756"/>
                  </a:lnTo>
                  <a:lnTo>
                    <a:pt x="877189" y="154508"/>
                  </a:lnTo>
                  <a:lnTo>
                    <a:pt x="877189" y="132537"/>
                  </a:lnTo>
                  <a:lnTo>
                    <a:pt x="882015" y="130619"/>
                  </a:lnTo>
                  <a:lnTo>
                    <a:pt x="970152" y="130619"/>
                  </a:lnTo>
                  <a:lnTo>
                    <a:pt x="970152" y="99936"/>
                  </a:lnTo>
                  <a:lnTo>
                    <a:pt x="968005" y="79480"/>
                  </a:lnTo>
                  <a:lnTo>
                    <a:pt x="960977" y="65917"/>
                  </a:lnTo>
                  <a:lnTo>
                    <a:pt x="948185" y="58400"/>
                  </a:lnTo>
                  <a:lnTo>
                    <a:pt x="928751" y="56083"/>
                  </a:lnTo>
                  <a:close/>
                </a:path>
                <a:path w="1211579" h="247015">
                  <a:moveTo>
                    <a:pt x="970152" y="130619"/>
                  </a:moveTo>
                  <a:lnTo>
                    <a:pt x="941324" y="130619"/>
                  </a:lnTo>
                  <a:lnTo>
                    <a:pt x="941324" y="156756"/>
                  </a:lnTo>
                  <a:lnTo>
                    <a:pt x="970152" y="156756"/>
                  </a:lnTo>
                  <a:lnTo>
                    <a:pt x="970152" y="130619"/>
                  </a:lnTo>
                  <a:close/>
                </a:path>
                <a:path w="1211579" h="247015">
                  <a:moveTo>
                    <a:pt x="794893" y="56083"/>
                  </a:moveTo>
                  <a:lnTo>
                    <a:pt x="717042" y="56083"/>
                  </a:lnTo>
                  <a:lnTo>
                    <a:pt x="717042" y="184111"/>
                  </a:lnTo>
                  <a:lnTo>
                    <a:pt x="796290" y="184111"/>
                  </a:lnTo>
                  <a:lnTo>
                    <a:pt x="815826" y="181233"/>
                  </a:lnTo>
                  <a:lnTo>
                    <a:pt x="828468" y="172699"/>
                  </a:lnTo>
                  <a:lnTo>
                    <a:pt x="835277" y="158656"/>
                  </a:lnTo>
                  <a:lnTo>
                    <a:pt x="835465" y="156857"/>
                  </a:lnTo>
                  <a:lnTo>
                    <a:pt x="746125" y="156857"/>
                  </a:lnTo>
                  <a:lnTo>
                    <a:pt x="746125" y="83350"/>
                  </a:lnTo>
                  <a:lnTo>
                    <a:pt x="835244" y="83350"/>
                  </a:lnTo>
                  <a:lnTo>
                    <a:pt x="834826" y="79786"/>
                  </a:lnTo>
                  <a:lnTo>
                    <a:pt x="827151" y="65935"/>
                  </a:lnTo>
                  <a:lnTo>
                    <a:pt x="813950" y="58375"/>
                  </a:lnTo>
                  <a:lnTo>
                    <a:pt x="794893" y="56083"/>
                  </a:lnTo>
                  <a:close/>
                </a:path>
                <a:path w="1211579" h="247015">
                  <a:moveTo>
                    <a:pt x="835244" y="83350"/>
                  </a:moveTo>
                  <a:lnTo>
                    <a:pt x="803528" y="83350"/>
                  </a:lnTo>
                  <a:lnTo>
                    <a:pt x="807593" y="88125"/>
                  </a:lnTo>
                  <a:lnTo>
                    <a:pt x="807593" y="152082"/>
                  </a:lnTo>
                  <a:lnTo>
                    <a:pt x="803528" y="156857"/>
                  </a:lnTo>
                  <a:lnTo>
                    <a:pt x="835465" y="156857"/>
                  </a:lnTo>
                  <a:lnTo>
                    <a:pt x="837311" y="139255"/>
                  </a:lnTo>
                  <a:lnTo>
                    <a:pt x="837311" y="100952"/>
                  </a:lnTo>
                  <a:lnTo>
                    <a:pt x="835244" y="83350"/>
                  </a:lnTo>
                  <a:close/>
                </a:path>
                <a:path w="1211579" h="247015">
                  <a:moveTo>
                    <a:pt x="1046099" y="83019"/>
                  </a:moveTo>
                  <a:lnTo>
                    <a:pt x="1017016" y="83019"/>
                  </a:lnTo>
                  <a:lnTo>
                    <a:pt x="1017016" y="184137"/>
                  </a:lnTo>
                  <a:lnTo>
                    <a:pt x="1046099" y="184137"/>
                  </a:lnTo>
                  <a:lnTo>
                    <a:pt x="1046099" y="83019"/>
                  </a:lnTo>
                  <a:close/>
                </a:path>
                <a:path w="1211579" h="247015">
                  <a:moveTo>
                    <a:pt x="1087247" y="56083"/>
                  </a:moveTo>
                  <a:lnTo>
                    <a:pt x="975995" y="56083"/>
                  </a:lnTo>
                  <a:lnTo>
                    <a:pt x="975995" y="83019"/>
                  </a:lnTo>
                  <a:lnTo>
                    <a:pt x="1087247" y="83019"/>
                  </a:lnTo>
                  <a:lnTo>
                    <a:pt x="1087247" y="56083"/>
                  </a:lnTo>
                  <a:close/>
                </a:path>
                <a:path w="1211579" h="247015">
                  <a:moveTo>
                    <a:pt x="640588" y="83019"/>
                  </a:moveTo>
                  <a:lnTo>
                    <a:pt x="611504" y="83019"/>
                  </a:lnTo>
                  <a:lnTo>
                    <a:pt x="611504" y="184137"/>
                  </a:lnTo>
                  <a:lnTo>
                    <a:pt x="640588" y="184137"/>
                  </a:lnTo>
                  <a:lnTo>
                    <a:pt x="640588" y="83019"/>
                  </a:lnTo>
                  <a:close/>
                </a:path>
                <a:path w="1211579" h="247015">
                  <a:moveTo>
                    <a:pt x="681736" y="56083"/>
                  </a:moveTo>
                  <a:lnTo>
                    <a:pt x="570483" y="56083"/>
                  </a:lnTo>
                  <a:lnTo>
                    <a:pt x="570483" y="83019"/>
                  </a:lnTo>
                  <a:lnTo>
                    <a:pt x="681736" y="83019"/>
                  </a:lnTo>
                  <a:lnTo>
                    <a:pt x="681736" y="56083"/>
                  </a:lnTo>
                  <a:close/>
                </a:path>
                <a:path w="1211579" h="247015">
                  <a:moveTo>
                    <a:pt x="520065" y="83019"/>
                  </a:moveTo>
                  <a:lnTo>
                    <a:pt x="490981" y="83019"/>
                  </a:lnTo>
                  <a:lnTo>
                    <a:pt x="490981" y="184137"/>
                  </a:lnTo>
                  <a:lnTo>
                    <a:pt x="520065" y="184137"/>
                  </a:lnTo>
                  <a:lnTo>
                    <a:pt x="520065" y="83019"/>
                  </a:lnTo>
                  <a:close/>
                </a:path>
                <a:path w="1211579" h="247015">
                  <a:moveTo>
                    <a:pt x="561213" y="56083"/>
                  </a:moveTo>
                  <a:lnTo>
                    <a:pt x="449961" y="56083"/>
                  </a:lnTo>
                  <a:lnTo>
                    <a:pt x="449961" y="83019"/>
                  </a:lnTo>
                  <a:lnTo>
                    <a:pt x="561213" y="83019"/>
                  </a:lnTo>
                  <a:lnTo>
                    <a:pt x="561213" y="56083"/>
                  </a:lnTo>
                  <a:close/>
                </a:path>
                <a:path w="1211579" h="247015">
                  <a:moveTo>
                    <a:pt x="373128" y="84759"/>
                  </a:moveTo>
                  <a:lnTo>
                    <a:pt x="343662" y="84759"/>
                  </a:lnTo>
                  <a:lnTo>
                    <a:pt x="344424" y="85521"/>
                  </a:lnTo>
                  <a:lnTo>
                    <a:pt x="344931" y="86588"/>
                  </a:lnTo>
                  <a:lnTo>
                    <a:pt x="364426" y="124667"/>
                  </a:lnTo>
                  <a:lnTo>
                    <a:pt x="389254" y="170967"/>
                  </a:lnTo>
                  <a:lnTo>
                    <a:pt x="414147" y="185559"/>
                  </a:lnTo>
                  <a:lnTo>
                    <a:pt x="423231" y="184290"/>
                  </a:lnTo>
                  <a:lnTo>
                    <a:pt x="431577" y="179360"/>
                  </a:lnTo>
                  <a:lnTo>
                    <a:pt x="437685" y="169084"/>
                  </a:lnTo>
                  <a:lnTo>
                    <a:pt x="439550" y="155460"/>
                  </a:lnTo>
                  <a:lnTo>
                    <a:pt x="410337" y="155460"/>
                  </a:lnTo>
                  <a:lnTo>
                    <a:pt x="409448" y="154686"/>
                  </a:lnTo>
                  <a:lnTo>
                    <a:pt x="408940" y="153619"/>
                  </a:lnTo>
                  <a:lnTo>
                    <a:pt x="388350" y="113793"/>
                  </a:lnTo>
                  <a:lnTo>
                    <a:pt x="373611" y="85648"/>
                  </a:lnTo>
                  <a:lnTo>
                    <a:pt x="373128" y="84759"/>
                  </a:lnTo>
                  <a:close/>
                </a:path>
                <a:path w="1211579" h="247015">
                  <a:moveTo>
                    <a:pt x="339725" y="54648"/>
                  </a:moveTo>
                  <a:lnTo>
                    <a:pt x="330694" y="55917"/>
                  </a:lnTo>
                  <a:lnTo>
                    <a:pt x="322341" y="60847"/>
                  </a:lnTo>
                  <a:lnTo>
                    <a:pt x="316204" y="71123"/>
                  </a:lnTo>
                  <a:lnTo>
                    <a:pt x="313817" y="88430"/>
                  </a:lnTo>
                  <a:lnTo>
                    <a:pt x="313817" y="184290"/>
                  </a:lnTo>
                  <a:lnTo>
                    <a:pt x="342519" y="184290"/>
                  </a:lnTo>
                  <a:lnTo>
                    <a:pt x="342519" y="98590"/>
                  </a:lnTo>
                  <a:lnTo>
                    <a:pt x="342138" y="90093"/>
                  </a:lnTo>
                  <a:lnTo>
                    <a:pt x="342011" y="85648"/>
                  </a:lnTo>
                  <a:lnTo>
                    <a:pt x="343662" y="84759"/>
                  </a:lnTo>
                  <a:lnTo>
                    <a:pt x="373128" y="84759"/>
                  </a:lnTo>
                  <a:lnTo>
                    <a:pt x="364617" y="69253"/>
                  </a:lnTo>
                  <a:lnTo>
                    <a:pt x="360227" y="63333"/>
                  </a:lnTo>
                  <a:lnTo>
                    <a:pt x="354933" y="58716"/>
                  </a:lnTo>
                  <a:lnTo>
                    <a:pt x="348257" y="55717"/>
                  </a:lnTo>
                  <a:lnTo>
                    <a:pt x="339725" y="54648"/>
                  </a:lnTo>
                  <a:close/>
                </a:path>
                <a:path w="1211579" h="247015">
                  <a:moveTo>
                    <a:pt x="440054" y="56045"/>
                  </a:moveTo>
                  <a:lnTo>
                    <a:pt x="411479" y="56045"/>
                  </a:lnTo>
                  <a:lnTo>
                    <a:pt x="411479" y="141630"/>
                  </a:lnTo>
                  <a:lnTo>
                    <a:pt x="411733" y="150126"/>
                  </a:lnTo>
                  <a:lnTo>
                    <a:pt x="411861" y="151828"/>
                  </a:lnTo>
                  <a:lnTo>
                    <a:pt x="411861" y="154686"/>
                  </a:lnTo>
                  <a:lnTo>
                    <a:pt x="411646" y="154686"/>
                  </a:lnTo>
                  <a:lnTo>
                    <a:pt x="411099" y="154978"/>
                  </a:lnTo>
                  <a:lnTo>
                    <a:pt x="410337" y="155460"/>
                  </a:lnTo>
                  <a:lnTo>
                    <a:pt x="439550" y="155460"/>
                  </a:lnTo>
                  <a:lnTo>
                    <a:pt x="440048" y="151828"/>
                  </a:lnTo>
                  <a:lnTo>
                    <a:pt x="440054" y="56045"/>
                  </a:lnTo>
                  <a:close/>
                </a:path>
                <a:path w="1211579" h="247015">
                  <a:moveTo>
                    <a:pt x="104775" y="0"/>
                  </a:moveTo>
                  <a:lnTo>
                    <a:pt x="98932" y="0"/>
                  </a:lnTo>
                  <a:lnTo>
                    <a:pt x="87001" y="698"/>
                  </a:lnTo>
                  <a:lnTo>
                    <a:pt x="88484" y="698"/>
                  </a:lnTo>
                  <a:lnTo>
                    <a:pt x="79724" y="2243"/>
                  </a:lnTo>
                  <a:lnTo>
                    <a:pt x="44767" y="19102"/>
                  </a:lnTo>
                  <a:lnTo>
                    <a:pt x="17573" y="50047"/>
                  </a:lnTo>
                  <a:lnTo>
                    <a:pt x="2111" y="92186"/>
                  </a:lnTo>
                  <a:lnTo>
                    <a:pt x="28" y="115900"/>
                  </a:lnTo>
                  <a:lnTo>
                    <a:pt x="0" y="116547"/>
                  </a:lnTo>
                  <a:lnTo>
                    <a:pt x="6054" y="155870"/>
                  </a:lnTo>
                  <a:lnTo>
                    <a:pt x="16053" y="179197"/>
                  </a:lnTo>
                  <a:lnTo>
                    <a:pt x="16127" y="179349"/>
                  </a:lnTo>
                  <a:lnTo>
                    <a:pt x="48208" y="217615"/>
                  </a:lnTo>
                  <a:lnTo>
                    <a:pt x="92281" y="241155"/>
                  </a:lnTo>
                  <a:lnTo>
                    <a:pt x="130428" y="246888"/>
                  </a:lnTo>
                  <a:lnTo>
                    <a:pt x="143535" y="246231"/>
                  </a:lnTo>
                  <a:lnTo>
                    <a:pt x="180594" y="236855"/>
                  </a:lnTo>
                  <a:lnTo>
                    <a:pt x="215954" y="214782"/>
                  </a:lnTo>
                  <a:lnTo>
                    <a:pt x="130428" y="214782"/>
                  </a:lnTo>
                  <a:lnTo>
                    <a:pt x="120459" y="214282"/>
                  </a:lnTo>
                  <a:lnTo>
                    <a:pt x="83821" y="203037"/>
                  </a:lnTo>
                  <a:lnTo>
                    <a:pt x="49053" y="171610"/>
                  </a:lnTo>
                  <a:lnTo>
                    <a:pt x="34131" y="136234"/>
                  </a:lnTo>
                  <a:lnTo>
                    <a:pt x="32130" y="115900"/>
                  </a:lnTo>
                  <a:lnTo>
                    <a:pt x="32475" y="108204"/>
                  </a:lnTo>
                  <a:lnTo>
                    <a:pt x="32547" y="106585"/>
                  </a:lnTo>
                  <a:lnTo>
                    <a:pt x="33718" y="97909"/>
                  </a:lnTo>
                  <a:lnTo>
                    <a:pt x="33750" y="97672"/>
                  </a:lnTo>
                  <a:lnTo>
                    <a:pt x="35518" y="89852"/>
                  </a:lnTo>
                  <a:lnTo>
                    <a:pt x="35595" y="89509"/>
                  </a:lnTo>
                  <a:lnTo>
                    <a:pt x="35667" y="89193"/>
                  </a:lnTo>
                  <a:lnTo>
                    <a:pt x="38109" y="81546"/>
                  </a:lnTo>
                  <a:lnTo>
                    <a:pt x="38226" y="81178"/>
                  </a:lnTo>
                  <a:lnTo>
                    <a:pt x="64101" y="44486"/>
                  </a:lnTo>
                  <a:lnTo>
                    <a:pt x="86118" y="33076"/>
                  </a:lnTo>
                  <a:lnTo>
                    <a:pt x="85500" y="33076"/>
                  </a:lnTo>
                  <a:lnTo>
                    <a:pt x="97408" y="31826"/>
                  </a:lnTo>
                  <a:lnTo>
                    <a:pt x="229880" y="31826"/>
                  </a:lnTo>
                  <a:lnTo>
                    <a:pt x="223877" y="25632"/>
                  </a:lnTo>
                  <a:lnTo>
                    <a:pt x="216217" y="19102"/>
                  </a:lnTo>
                  <a:lnTo>
                    <a:pt x="208081" y="13451"/>
                  </a:lnTo>
                  <a:lnTo>
                    <a:pt x="199517" y="8724"/>
                  </a:lnTo>
                  <a:lnTo>
                    <a:pt x="192748" y="5905"/>
                  </a:lnTo>
                  <a:lnTo>
                    <a:pt x="130428" y="5905"/>
                  </a:lnTo>
                  <a:lnTo>
                    <a:pt x="127000" y="4356"/>
                  </a:lnTo>
                  <a:lnTo>
                    <a:pt x="122047" y="2870"/>
                  </a:lnTo>
                  <a:lnTo>
                    <a:pt x="110871" y="698"/>
                  </a:lnTo>
                  <a:lnTo>
                    <a:pt x="104775" y="0"/>
                  </a:lnTo>
                  <a:close/>
                </a:path>
                <a:path w="1211579" h="247015">
                  <a:moveTo>
                    <a:pt x="229880" y="31826"/>
                  </a:moveTo>
                  <a:lnTo>
                    <a:pt x="163575" y="31826"/>
                  </a:lnTo>
                  <a:lnTo>
                    <a:pt x="174922" y="33076"/>
                  </a:lnTo>
                  <a:lnTo>
                    <a:pt x="186340" y="37479"/>
                  </a:lnTo>
                  <a:lnTo>
                    <a:pt x="216090" y="67068"/>
                  </a:lnTo>
                  <a:lnTo>
                    <a:pt x="227245" y="97672"/>
                  </a:lnTo>
                  <a:lnTo>
                    <a:pt x="227298" y="97909"/>
                  </a:lnTo>
                  <a:lnTo>
                    <a:pt x="228439" y="106585"/>
                  </a:lnTo>
                  <a:lnTo>
                    <a:pt x="228853" y="115900"/>
                  </a:lnTo>
                  <a:lnTo>
                    <a:pt x="228414" y="124688"/>
                  </a:lnTo>
                  <a:lnTo>
                    <a:pt x="228340" y="126169"/>
                  </a:lnTo>
                  <a:lnTo>
                    <a:pt x="216900" y="163463"/>
                  </a:lnTo>
                  <a:lnTo>
                    <a:pt x="185308" y="198142"/>
                  </a:lnTo>
                  <a:lnTo>
                    <a:pt x="150145" y="212813"/>
                  </a:lnTo>
                  <a:lnTo>
                    <a:pt x="130428" y="214782"/>
                  </a:lnTo>
                  <a:lnTo>
                    <a:pt x="215954" y="214782"/>
                  </a:lnTo>
                  <a:lnTo>
                    <a:pt x="244857" y="179349"/>
                  </a:lnTo>
                  <a:lnTo>
                    <a:pt x="258238" y="143252"/>
                  </a:lnTo>
                  <a:lnTo>
                    <a:pt x="260984" y="116547"/>
                  </a:lnTo>
                  <a:lnTo>
                    <a:pt x="260623" y="108204"/>
                  </a:lnTo>
                  <a:lnTo>
                    <a:pt x="260502" y="105397"/>
                  </a:lnTo>
                  <a:lnTo>
                    <a:pt x="260447" y="104130"/>
                  </a:lnTo>
                  <a:lnTo>
                    <a:pt x="258873" y="92186"/>
                  </a:lnTo>
                  <a:lnTo>
                    <a:pt x="256499" y="81546"/>
                  </a:lnTo>
                  <a:lnTo>
                    <a:pt x="256416" y="81178"/>
                  </a:lnTo>
                  <a:lnTo>
                    <a:pt x="237551" y="41147"/>
                  </a:lnTo>
                  <a:lnTo>
                    <a:pt x="231079" y="33076"/>
                  </a:lnTo>
                  <a:lnTo>
                    <a:pt x="229880" y="31826"/>
                  </a:lnTo>
                  <a:close/>
                </a:path>
                <a:path w="1211579" h="247015">
                  <a:moveTo>
                    <a:pt x="163575" y="31826"/>
                  </a:moveTo>
                  <a:lnTo>
                    <a:pt x="97408" y="31826"/>
                  </a:lnTo>
                  <a:lnTo>
                    <a:pt x="92536" y="37285"/>
                  </a:lnTo>
                  <a:lnTo>
                    <a:pt x="75942" y="77128"/>
                  </a:lnTo>
                  <a:lnTo>
                    <a:pt x="75565" y="84328"/>
                  </a:lnTo>
                  <a:lnTo>
                    <a:pt x="76744" y="96215"/>
                  </a:lnTo>
                  <a:lnTo>
                    <a:pt x="79954" y="106585"/>
                  </a:lnTo>
                  <a:lnTo>
                    <a:pt x="80073" y="106970"/>
                  </a:lnTo>
                  <a:lnTo>
                    <a:pt x="109743" y="136234"/>
                  </a:lnTo>
                  <a:lnTo>
                    <a:pt x="130428" y="140360"/>
                  </a:lnTo>
                  <a:lnTo>
                    <a:pt x="141100" y="139302"/>
                  </a:lnTo>
                  <a:lnTo>
                    <a:pt x="175647" y="116547"/>
                  </a:lnTo>
                  <a:lnTo>
                    <a:pt x="180234" y="108204"/>
                  </a:lnTo>
                  <a:lnTo>
                    <a:pt x="123571" y="108204"/>
                  </a:lnTo>
                  <a:lnTo>
                    <a:pt x="117728" y="105397"/>
                  </a:lnTo>
                  <a:lnTo>
                    <a:pt x="109600" y="96215"/>
                  </a:lnTo>
                  <a:lnTo>
                    <a:pt x="107315" y="89852"/>
                  </a:lnTo>
                  <a:lnTo>
                    <a:pt x="107440" y="81178"/>
                  </a:lnTo>
                  <a:lnTo>
                    <a:pt x="125602" y="42862"/>
                  </a:lnTo>
                  <a:lnTo>
                    <a:pt x="130428" y="40017"/>
                  </a:lnTo>
                  <a:lnTo>
                    <a:pt x="170575" y="40017"/>
                  </a:lnTo>
                  <a:lnTo>
                    <a:pt x="168715" y="37479"/>
                  </a:lnTo>
                  <a:lnTo>
                    <a:pt x="163575" y="31826"/>
                  </a:lnTo>
                  <a:close/>
                </a:path>
                <a:path w="1211579" h="247015">
                  <a:moveTo>
                    <a:pt x="170575" y="40017"/>
                  </a:moveTo>
                  <a:lnTo>
                    <a:pt x="130428" y="40017"/>
                  </a:lnTo>
                  <a:lnTo>
                    <a:pt x="134239" y="42062"/>
                  </a:lnTo>
                  <a:lnTo>
                    <a:pt x="141350" y="48793"/>
                  </a:lnTo>
                  <a:lnTo>
                    <a:pt x="153510" y="80761"/>
                  </a:lnTo>
                  <a:lnTo>
                    <a:pt x="153544" y="81178"/>
                  </a:lnTo>
                  <a:lnTo>
                    <a:pt x="153670" y="89852"/>
                  </a:lnTo>
                  <a:lnTo>
                    <a:pt x="151383" y="96215"/>
                  </a:lnTo>
                  <a:lnTo>
                    <a:pt x="143255" y="105397"/>
                  </a:lnTo>
                  <a:lnTo>
                    <a:pt x="137414" y="108204"/>
                  </a:lnTo>
                  <a:lnTo>
                    <a:pt x="180234" y="108204"/>
                  </a:lnTo>
                  <a:lnTo>
                    <a:pt x="180911" y="106970"/>
                  </a:lnTo>
                  <a:lnTo>
                    <a:pt x="184240" y="96215"/>
                  </a:lnTo>
                  <a:lnTo>
                    <a:pt x="185420" y="84328"/>
                  </a:lnTo>
                  <a:lnTo>
                    <a:pt x="185297" y="81178"/>
                  </a:lnTo>
                  <a:lnTo>
                    <a:pt x="185281" y="80761"/>
                  </a:lnTo>
                  <a:lnTo>
                    <a:pt x="173164" y="43551"/>
                  </a:lnTo>
                  <a:lnTo>
                    <a:pt x="170575" y="40017"/>
                  </a:lnTo>
                  <a:close/>
                </a:path>
                <a:path w="1211579" h="247015">
                  <a:moveTo>
                    <a:pt x="162051" y="0"/>
                  </a:moveTo>
                  <a:lnTo>
                    <a:pt x="156209" y="0"/>
                  </a:lnTo>
                  <a:lnTo>
                    <a:pt x="149853" y="698"/>
                  </a:lnTo>
                  <a:lnTo>
                    <a:pt x="138767" y="2870"/>
                  </a:lnTo>
                  <a:lnTo>
                    <a:pt x="133844" y="4356"/>
                  </a:lnTo>
                  <a:lnTo>
                    <a:pt x="130428" y="5905"/>
                  </a:lnTo>
                  <a:lnTo>
                    <a:pt x="192748" y="5905"/>
                  </a:lnTo>
                  <a:lnTo>
                    <a:pt x="190519" y="4977"/>
                  </a:lnTo>
                  <a:lnTo>
                    <a:pt x="181260" y="2243"/>
                  </a:lnTo>
                  <a:lnTo>
                    <a:pt x="172500" y="698"/>
                  </a:lnTo>
                  <a:lnTo>
                    <a:pt x="173983" y="698"/>
                  </a:lnTo>
                  <a:lnTo>
                    <a:pt x="162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29590" y="6400800"/>
            <a:ext cx="2790825" cy="304800"/>
          </a:xfrm>
          <a:custGeom>
            <a:avLst/>
            <a:gdLst/>
            <a:ahLst/>
            <a:cxnLst/>
            <a:rect l="l" t="t" r="r" b="b"/>
            <a:pathLst>
              <a:path w="2790825" h="304800">
                <a:moveTo>
                  <a:pt x="2790317" y="0"/>
                </a:moveTo>
                <a:lnTo>
                  <a:pt x="0" y="0"/>
                </a:lnTo>
                <a:lnTo>
                  <a:pt x="0" y="304800"/>
                </a:lnTo>
                <a:lnTo>
                  <a:pt x="2790317" y="304800"/>
                </a:lnTo>
                <a:lnTo>
                  <a:pt x="2790317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17880" y="2833877"/>
            <a:ext cx="2440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¿Preguntas?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588752" y="6428232"/>
            <a:ext cx="1211580" cy="247015"/>
          </a:xfrm>
          <a:custGeom>
            <a:avLst/>
            <a:gdLst/>
            <a:ahLst/>
            <a:cxnLst/>
            <a:rect l="l" t="t" r="r" b="b"/>
            <a:pathLst>
              <a:path w="1211579" h="247015">
                <a:moveTo>
                  <a:pt x="1170177" y="56083"/>
                </a:moveTo>
                <a:lnTo>
                  <a:pt x="1097026" y="56083"/>
                </a:lnTo>
                <a:lnTo>
                  <a:pt x="1097026" y="83235"/>
                </a:lnTo>
                <a:lnTo>
                  <a:pt x="1178814" y="83235"/>
                </a:lnTo>
                <a:lnTo>
                  <a:pt x="1182877" y="88023"/>
                </a:lnTo>
                <a:lnTo>
                  <a:pt x="1182877" y="104800"/>
                </a:lnTo>
                <a:lnTo>
                  <a:pt x="1123696" y="104800"/>
                </a:lnTo>
                <a:lnTo>
                  <a:pt x="1109007" y="106953"/>
                </a:lnTo>
                <a:lnTo>
                  <a:pt x="1098486" y="113595"/>
                </a:lnTo>
                <a:lnTo>
                  <a:pt x="1092156" y="124999"/>
                </a:lnTo>
                <a:lnTo>
                  <a:pt x="1090041" y="141439"/>
                </a:lnTo>
                <a:lnTo>
                  <a:pt x="1090041" y="147485"/>
                </a:lnTo>
                <a:lnTo>
                  <a:pt x="1092229" y="164229"/>
                </a:lnTo>
                <a:lnTo>
                  <a:pt x="1098788" y="175594"/>
                </a:lnTo>
                <a:lnTo>
                  <a:pt x="1109704" y="182062"/>
                </a:lnTo>
                <a:lnTo>
                  <a:pt x="1124966" y="184111"/>
                </a:lnTo>
                <a:lnTo>
                  <a:pt x="1211579" y="184111"/>
                </a:lnTo>
                <a:lnTo>
                  <a:pt x="1211579" y="156756"/>
                </a:lnTo>
                <a:lnTo>
                  <a:pt x="1123569" y="156756"/>
                </a:lnTo>
                <a:lnTo>
                  <a:pt x="1118616" y="154508"/>
                </a:lnTo>
                <a:lnTo>
                  <a:pt x="1118616" y="132537"/>
                </a:lnTo>
                <a:lnTo>
                  <a:pt x="1123569" y="130619"/>
                </a:lnTo>
                <a:lnTo>
                  <a:pt x="1211579" y="130619"/>
                </a:lnTo>
                <a:lnTo>
                  <a:pt x="1211579" y="99936"/>
                </a:lnTo>
                <a:lnTo>
                  <a:pt x="1209432" y="79480"/>
                </a:lnTo>
                <a:lnTo>
                  <a:pt x="1202404" y="65917"/>
                </a:lnTo>
                <a:lnTo>
                  <a:pt x="1189612" y="58400"/>
                </a:lnTo>
                <a:lnTo>
                  <a:pt x="1170177" y="56083"/>
                </a:lnTo>
                <a:close/>
              </a:path>
              <a:path w="1211579" h="247015">
                <a:moveTo>
                  <a:pt x="1211579" y="130619"/>
                </a:moveTo>
                <a:lnTo>
                  <a:pt x="1182877" y="130619"/>
                </a:lnTo>
                <a:lnTo>
                  <a:pt x="1182877" y="156756"/>
                </a:lnTo>
                <a:lnTo>
                  <a:pt x="1211579" y="156756"/>
                </a:lnTo>
                <a:lnTo>
                  <a:pt x="1211579" y="130619"/>
                </a:lnTo>
                <a:close/>
              </a:path>
              <a:path w="1211579" h="247015">
                <a:moveTo>
                  <a:pt x="928751" y="56083"/>
                </a:moveTo>
                <a:lnTo>
                  <a:pt x="855472" y="56083"/>
                </a:lnTo>
                <a:lnTo>
                  <a:pt x="855472" y="83235"/>
                </a:lnTo>
                <a:lnTo>
                  <a:pt x="937259" y="83235"/>
                </a:lnTo>
                <a:lnTo>
                  <a:pt x="941324" y="88023"/>
                </a:lnTo>
                <a:lnTo>
                  <a:pt x="941324" y="104800"/>
                </a:lnTo>
                <a:lnTo>
                  <a:pt x="882269" y="104800"/>
                </a:lnTo>
                <a:lnTo>
                  <a:pt x="867527" y="106953"/>
                </a:lnTo>
                <a:lnTo>
                  <a:pt x="857011" y="113595"/>
                </a:lnTo>
                <a:lnTo>
                  <a:pt x="850711" y="124999"/>
                </a:lnTo>
                <a:lnTo>
                  <a:pt x="848614" y="141439"/>
                </a:lnTo>
                <a:lnTo>
                  <a:pt x="848614" y="147485"/>
                </a:lnTo>
                <a:lnTo>
                  <a:pt x="850782" y="164229"/>
                </a:lnTo>
                <a:lnTo>
                  <a:pt x="857297" y="175594"/>
                </a:lnTo>
                <a:lnTo>
                  <a:pt x="868170" y="182062"/>
                </a:lnTo>
                <a:lnTo>
                  <a:pt x="883412" y="184111"/>
                </a:lnTo>
                <a:lnTo>
                  <a:pt x="970152" y="184111"/>
                </a:lnTo>
                <a:lnTo>
                  <a:pt x="970152" y="156756"/>
                </a:lnTo>
                <a:lnTo>
                  <a:pt x="882142" y="156756"/>
                </a:lnTo>
                <a:lnTo>
                  <a:pt x="877189" y="154508"/>
                </a:lnTo>
                <a:lnTo>
                  <a:pt x="877189" y="132537"/>
                </a:lnTo>
                <a:lnTo>
                  <a:pt x="882015" y="130619"/>
                </a:lnTo>
                <a:lnTo>
                  <a:pt x="970152" y="130619"/>
                </a:lnTo>
                <a:lnTo>
                  <a:pt x="970152" y="99936"/>
                </a:lnTo>
                <a:lnTo>
                  <a:pt x="968005" y="79480"/>
                </a:lnTo>
                <a:lnTo>
                  <a:pt x="960977" y="65917"/>
                </a:lnTo>
                <a:lnTo>
                  <a:pt x="948185" y="58400"/>
                </a:lnTo>
                <a:lnTo>
                  <a:pt x="928751" y="56083"/>
                </a:lnTo>
                <a:close/>
              </a:path>
              <a:path w="1211579" h="247015">
                <a:moveTo>
                  <a:pt x="970152" y="130619"/>
                </a:moveTo>
                <a:lnTo>
                  <a:pt x="941324" y="130619"/>
                </a:lnTo>
                <a:lnTo>
                  <a:pt x="941324" y="156756"/>
                </a:lnTo>
                <a:lnTo>
                  <a:pt x="970152" y="156756"/>
                </a:lnTo>
                <a:lnTo>
                  <a:pt x="970152" y="130619"/>
                </a:lnTo>
                <a:close/>
              </a:path>
              <a:path w="1211579" h="247015">
                <a:moveTo>
                  <a:pt x="794893" y="56083"/>
                </a:moveTo>
                <a:lnTo>
                  <a:pt x="717042" y="56083"/>
                </a:lnTo>
                <a:lnTo>
                  <a:pt x="717042" y="184111"/>
                </a:lnTo>
                <a:lnTo>
                  <a:pt x="796290" y="184111"/>
                </a:lnTo>
                <a:lnTo>
                  <a:pt x="815826" y="181233"/>
                </a:lnTo>
                <a:lnTo>
                  <a:pt x="828468" y="172699"/>
                </a:lnTo>
                <a:lnTo>
                  <a:pt x="835277" y="158656"/>
                </a:lnTo>
                <a:lnTo>
                  <a:pt x="835465" y="156857"/>
                </a:lnTo>
                <a:lnTo>
                  <a:pt x="746125" y="156857"/>
                </a:lnTo>
                <a:lnTo>
                  <a:pt x="746125" y="83350"/>
                </a:lnTo>
                <a:lnTo>
                  <a:pt x="835244" y="83350"/>
                </a:lnTo>
                <a:lnTo>
                  <a:pt x="834826" y="79786"/>
                </a:lnTo>
                <a:lnTo>
                  <a:pt x="827151" y="65935"/>
                </a:lnTo>
                <a:lnTo>
                  <a:pt x="813950" y="58375"/>
                </a:lnTo>
                <a:lnTo>
                  <a:pt x="794893" y="56083"/>
                </a:lnTo>
                <a:close/>
              </a:path>
              <a:path w="1211579" h="247015">
                <a:moveTo>
                  <a:pt x="835244" y="83350"/>
                </a:moveTo>
                <a:lnTo>
                  <a:pt x="803528" y="83350"/>
                </a:lnTo>
                <a:lnTo>
                  <a:pt x="807593" y="88125"/>
                </a:lnTo>
                <a:lnTo>
                  <a:pt x="807593" y="152082"/>
                </a:lnTo>
                <a:lnTo>
                  <a:pt x="803528" y="156857"/>
                </a:lnTo>
                <a:lnTo>
                  <a:pt x="835465" y="156857"/>
                </a:lnTo>
                <a:lnTo>
                  <a:pt x="837311" y="139255"/>
                </a:lnTo>
                <a:lnTo>
                  <a:pt x="837311" y="100952"/>
                </a:lnTo>
                <a:lnTo>
                  <a:pt x="835244" y="83350"/>
                </a:lnTo>
                <a:close/>
              </a:path>
              <a:path w="1211579" h="247015">
                <a:moveTo>
                  <a:pt x="1046099" y="83019"/>
                </a:moveTo>
                <a:lnTo>
                  <a:pt x="1017016" y="83019"/>
                </a:lnTo>
                <a:lnTo>
                  <a:pt x="1017016" y="184137"/>
                </a:lnTo>
                <a:lnTo>
                  <a:pt x="1046099" y="184137"/>
                </a:lnTo>
                <a:lnTo>
                  <a:pt x="1046099" y="83019"/>
                </a:lnTo>
                <a:close/>
              </a:path>
              <a:path w="1211579" h="247015">
                <a:moveTo>
                  <a:pt x="1087247" y="56083"/>
                </a:moveTo>
                <a:lnTo>
                  <a:pt x="975995" y="56083"/>
                </a:lnTo>
                <a:lnTo>
                  <a:pt x="975995" y="83019"/>
                </a:lnTo>
                <a:lnTo>
                  <a:pt x="1087247" y="83019"/>
                </a:lnTo>
                <a:lnTo>
                  <a:pt x="1087247" y="56083"/>
                </a:lnTo>
                <a:close/>
              </a:path>
              <a:path w="1211579" h="247015">
                <a:moveTo>
                  <a:pt x="640588" y="83019"/>
                </a:moveTo>
                <a:lnTo>
                  <a:pt x="611504" y="83019"/>
                </a:lnTo>
                <a:lnTo>
                  <a:pt x="611504" y="184137"/>
                </a:lnTo>
                <a:lnTo>
                  <a:pt x="640588" y="184137"/>
                </a:lnTo>
                <a:lnTo>
                  <a:pt x="640588" y="83019"/>
                </a:lnTo>
                <a:close/>
              </a:path>
              <a:path w="1211579" h="247015">
                <a:moveTo>
                  <a:pt x="681736" y="56083"/>
                </a:moveTo>
                <a:lnTo>
                  <a:pt x="570483" y="56083"/>
                </a:lnTo>
                <a:lnTo>
                  <a:pt x="570483" y="83019"/>
                </a:lnTo>
                <a:lnTo>
                  <a:pt x="681736" y="83019"/>
                </a:lnTo>
                <a:lnTo>
                  <a:pt x="681736" y="56083"/>
                </a:lnTo>
                <a:close/>
              </a:path>
              <a:path w="1211579" h="247015">
                <a:moveTo>
                  <a:pt x="520065" y="83019"/>
                </a:moveTo>
                <a:lnTo>
                  <a:pt x="490981" y="83019"/>
                </a:lnTo>
                <a:lnTo>
                  <a:pt x="490981" y="184137"/>
                </a:lnTo>
                <a:lnTo>
                  <a:pt x="520065" y="184137"/>
                </a:lnTo>
                <a:lnTo>
                  <a:pt x="520065" y="83019"/>
                </a:lnTo>
                <a:close/>
              </a:path>
              <a:path w="1211579" h="247015">
                <a:moveTo>
                  <a:pt x="561213" y="56083"/>
                </a:moveTo>
                <a:lnTo>
                  <a:pt x="449961" y="56083"/>
                </a:lnTo>
                <a:lnTo>
                  <a:pt x="449961" y="83019"/>
                </a:lnTo>
                <a:lnTo>
                  <a:pt x="561213" y="83019"/>
                </a:lnTo>
                <a:lnTo>
                  <a:pt x="561213" y="56083"/>
                </a:lnTo>
                <a:close/>
              </a:path>
              <a:path w="1211579" h="247015">
                <a:moveTo>
                  <a:pt x="373128" y="84759"/>
                </a:moveTo>
                <a:lnTo>
                  <a:pt x="343662" y="84759"/>
                </a:lnTo>
                <a:lnTo>
                  <a:pt x="344424" y="85521"/>
                </a:lnTo>
                <a:lnTo>
                  <a:pt x="344931" y="86588"/>
                </a:lnTo>
                <a:lnTo>
                  <a:pt x="364426" y="124667"/>
                </a:lnTo>
                <a:lnTo>
                  <a:pt x="389254" y="170967"/>
                </a:lnTo>
                <a:lnTo>
                  <a:pt x="414147" y="185559"/>
                </a:lnTo>
                <a:lnTo>
                  <a:pt x="423231" y="184290"/>
                </a:lnTo>
                <a:lnTo>
                  <a:pt x="431577" y="179360"/>
                </a:lnTo>
                <a:lnTo>
                  <a:pt x="437685" y="169084"/>
                </a:lnTo>
                <a:lnTo>
                  <a:pt x="439550" y="155460"/>
                </a:lnTo>
                <a:lnTo>
                  <a:pt x="410337" y="155460"/>
                </a:lnTo>
                <a:lnTo>
                  <a:pt x="409448" y="154686"/>
                </a:lnTo>
                <a:lnTo>
                  <a:pt x="408940" y="153619"/>
                </a:lnTo>
                <a:lnTo>
                  <a:pt x="388350" y="113793"/>
                </a:lnTo>
                <a:lnTo>
                  <a:pt x="373611" y="85648"/>
                </a:lnTo>
                <a:lnTo>
                  <a:pt x="373128" y="84759"/>
                </a:lnTo>
                <a:close/>
              </a:path>
              <a:path w="1211579" h="247015">
                <a:moveTo>
                  <a:pt x="339725" y="54648"/>
                </a:moveTo>
                <a:lnTo>
                  <a:pt x="330694" y="55917"/>
                </a:lnTo>
                <a:lnTo>
                  <a:pt x="322341" y="60847"/>
                </a:lnTo>
                <a:lnTo>
                  <a:pt x="316204" y="71123"/>
                </a:lnTo>
                <a:lnTo>
                  <a:pt x="313817" y="88430"/>
                </a:lnTo>
                <a:lnTo>
                  <a:pt x="313817" y="184290"/>
                </a:lnTo>
                <a:lnTo>
                  <a:pt x="342519" y="184290"/>
                </a:lnTo>
                <a:lnTo>
                  <a:pt x="342519" y="98590"/>
                </a:lnTo>
                <a:lnTo>
                  <a:pt x="342138" y="90093"/>
                </a:lnTo>
                <a:lnTo>
                  <a:pt x="342011" y="85648"/>
                </a:lnTo>
                <a:lnTo>
                  <a:pt x="343662" y="84759"/>
                </a:lnTo>
                <a:lnTo>
                  <a:pt x="373128" y="84759"/>
                </a:lnTo>
                <a:lnTo>
                  <a:pt x="364617" y="69253"/>
                </a:lnTo>
                <a:lnTo>
                  <a:pt x="360227" y="63333"/>
                </a:lnTo>
                <a:lnTo>
                  <a:pt x="354933" y="58716"/>
                </a:lnTo>
                <a:lnTo>
                  <a:pt x="348257" y="55717"/>
                </a:lnTo>
                <a:lnTo>
                  <a:pt x="339725" y="54648"/>
                </a:lnTo>
                <a:close/>
              </a:path>
              <a:path w="1211579" h="247015">
                <a:moveTo>
                  <a:pt x="440054" y="56045"/>
                </a:moveTo>
                <a:lnTo>
                  <a:pt x="411479" y="56045"/>
                </a:lnTo>
                <a:lnTo>
                  <a:pt x="411479" y="141630"/>
                </a:lnTo>
                <a:lnTo>
                  <a:pt x="411733" y="150126"/>
                </a:lnTo>
                <a:lnTo>
                  <a:pt x="411861" y="151828"/>
                </a:lnTo>
                <a:lnTo>
                  <a:pt x="411861" y="154686"/>
                </a:lnTo>
                <a:lnTo>
                  <a:pt x="411646" y="154686"/>
                </a:lnTo>
                <a:lnTo>
                  <a:pt x="411099" y="154978"/>
                </a:lnTo>
                <a:lnTo>
                  <a:pt x="410337" y="155460"/>
                </a:lnTo>
                <a:lnTo>
                  <a:pt x="439550" y="155460"/>
                </a:lnTo>
                <a:lnTo>
                  <a:pt x="440048" y="151828"/>
                </a:lnTo>
                <a:lnTo>
                  <a:pt x="440054" y="56045"/>
                </a:lnTo>
                <a:close/>
              </a:path>
              <a:path w="1211579" h="247015">
                <a:moveTo>
                  <a:pt x="104775" y="0"/>
                </a:moveTo>
                <a:lnTo>
                  <a:pt x="98932" y="0"/>
                </a:lnTo>
                <a:lnTo>
                  <a:pt x="87001" y="698"/>
                </a:lnTo>
                <a:lnTo>
                  <a:pt x="88484" y="698"/>
                </a:lnTo>
                <a:lnTo>
                  <a:pt x="79724" y="2243"/>
                </a:lnTo>
                <a:lnTo>
                  <a:pt x="44767" y="19102"/>
                </a:lnTo>
                <a:lnTo>
                  <a:pt x="17573" y="50047"/>
                </a:lnTo>
                <a:lnTo>
                  <a:pt x="2111" y="92186"/>
                </a:lnTo>
                <a:lnTo>
                  <a:pt x="28" y="115900"/>
                </a:lnTo>
                <a:lnTo>
                  <a:pt x="0" y="116547"/>
                </a:lnTo>
                <a:lnTo>
                  <a:pt x="6054" y="155870"/>
                </a:lnTo>
                <a:lnTo>
                  <a:pt x="16053" y="179197"/>
                </a:lnTo>
                <a:lnTo>
                  <a:pt x="16127" y="179349"/>
                </a:lnTo>
                <a:lnTo>
                  <a:pt x="48208" y="217615"/>
                </a:lnTo>
                <a:lnTo>
                  <a:pt x="92281" y="241155"/>
                </a:lnTo>
                <a:lnTo>
                  <a:pt x="130428" y="246888"/>
                </a:lnTo>
                <a:lnTo>
                  <a:pt x="143535" y="246231"/>
                </a:lnTo>
                <a:lnTo>
                  <a:pt x="180594" y="236855"/>
                </a:lnTo>
                <a:lnTo>
                  <a:pt x="215954" y="214782"/>
                </a:lnTo>
                <a:lnTo>
                  <a:pt x="130428" y="214782"/>
                </a:lnTo>
                <a:lnTo>
                  <a:pt x="120459" y="214282"/>
                </a:lnTo>
                <a:lnTo>
                  <a:pt x="83821" y="203037"/>
                </a:lnTo>
                <a:lnTo>
                  <a:pt x="49053" y="171610"/>
                </a:lnTo>
                <a:lnTo>
                  <a:pt x="34131" y="136234"/>
                </a:lnTo>
                <a:lnTo>
                  <a:pt x="32130" y="115900"/>
                </a:lnTo>
                <a:lnTo>
                  <a:pt x="32475" y="108204"/>
                </a:lnTo>
                <a:lnTo>
                  <a:pt x="32547" y="106585"/>
                </a:lnTo>
                <a:lnTo>
                  <a:pt x="33718" y="97909"/>
                </a:lnTo>
                <a:lnTo>
                  <a:pt x="33750" y="97672"/>
                </a:lnTo>
                <a:lnTo>
                  <a:pt x="35518" y="89852"/>
                </a:lnTo>
                <a:lnTo>
                  <a:pt x="35595" y="89509"/>
                </a:lnTo>
                <a:lnTo>
                  <a:pt x="35667" y="89193"/>
                </a:lnTo>
                <a:lnTo>
                  <a:pt x="38109" y="81546"/>
                </a:lnTo>
                <a:lnTo>
                  <a:pt x="38226" y="81178"/>
                </a:lnTo>
                <a:lnTo>
                  <a:pt x="64101" y="44486"/>
                </a:lnTo>
                <a:lnTo>
                  <a:pt x="86118" y="33076"/>
                </a:lnTo>
                <a:lnTo>
                  <a:pt x="85500" y="33076"/>
                </a:lnTo>
                <a:lnTo>
                  <a:pt x="97408" y="31826"/>
                </a:lnTo>
                <a:lnTo>
                  <a:pt x="229880" y="31826"/>
                </a:lnTo>
                <a:lnTo>
                  <a:pt x="223877" y="25632"/>
                </a:lnTo>
                <a:lnTo>
                  <a:pt x="216217" y="19102"/>
                </a:lnTo>
                <a:lnTo>
                  <a:pt x="208081" y="13451"/>
                </a:lnTo>
                <a:lnTo>
                  <a:pt x="199517" y="8724"/>
                </a:lnTo>
                <a:lnTo>
                  <a:pt x="192748" y="5905"/>
                </a:lnTo>
                <a:lnTo>
                  <a:pt x="130428" y="5905"/>
                </a:lnTo>
                <a:lnTo>
                  <a:pt x="127000" y="4356"/>
                </a:lnTo>
                <a:lnTo>
                  <a:pt x="122047" y="2870"/>
                </a:lnTo>
                <a:lnTo>
                  <a:pt x="110871" y="698"/>
                </a:lnTo>
                <a:lnTo>
                  <a:pt x="104775" y="0"/>
                </a:lnTo>
                <a:close/>
              </a:path>
              <a:path w="1211579" h="247015">
                <a:moveTo>
                  <a:pt x="229880" y="31826"/>
                </a:moveTo>
                <a:lnTo>
                  <a:pt x="163575" y="31826"/>
                </a:lnTo>
                <a:lnTo>
                  <a:pt x="174922" y="33076"/>
                </a:lnTo>
                <a:lnTo>
                  <a:pt x="186340" y="37479"/>
                </a:lnTo>
                <a:lnTo>
                  <a:pt x="216090" y="67068"/>
                </a:lnTo>
                <a:lnTo>
                  <a:pt x="227245" y="97672"/>
                </a:lnTo>
                <a:lnTo>
                  <a:pt x="227298" y="97909"/>
                </a:lnTo>
                <a:lnTo>
                  <a:pt x="228439" y="106585"/>
                </a:lnTo>
                <a:lnTo>
                  <a:pt x="228853" y="115900"/>
                </a:lnTo>
                <a:lnTo>
                  <a:pt x="228414" y="124688"/>
                </a:lnTo>
                <a:lnTo>
                  <a:pt x="228340" y="126169"/>
                </a:lnTo>
                <a:lnTo>
                  <a:pt x="216900" y="163463"/>
                </a:lnTo>
                <a:lnTo>
                  <a:pt x="185308" y="198142"/>
                </a:lnTo>
                <a:lnTo>
                  <a:pt x="150145" y="212813"/>
                </a:lnTo>
                <a:lnTo>
                  <a:pt x="130428" y="214782"/>
                </a:lnTo>
                <a:lnTo>
                  <a:pt x="215954" y="214782"/>
                </a:lnTo>
                <a:lnTo>
                  <a:pt x="244857" y="179349"/>
                </a:lnTo>
                <a:lnTo>
                  <a:pt x="258238" y="143252"/>
                </a:lnTo>
                <a:lnTo>
                  <a:pt x="260984" y="116547"/>
                </a:lnTo>
                <a:lnTo>
                  <a:pt x="260623" y="108204"/>
                </a:lnTo>
                <a:lnTo>
                  <a:pt x="260502" y="105397"/>
                </a:lnTo>
                <a:lnTo>
                  <a:pt x="260447" y="104130"/>
                </a:lnTo>
                <a:lnTo>
                  <a:pt x="258873" y="92186"/>
                </a:lnTo>
                <a:lnTo>
                  <a:pt x="256499" y="81546"/>
                </a:lnTo>
                <a:lnTo>
                  <a:pt x="256416" y="81178"/>
                </a:lnTo>
                <a:lnTo>
                  <a:pt x="237551" y="41147"/>
                </a:lnTo>
                <a:lnTo>
                  <a:pt x="231079" y="33076"/>
                </a:lnTo>
                <a:lnTo>
                  <a:pt x="229880" y="31826"/>
                </a:lnTo>
                <a:close/>
              </a:path>
              <a:path w="1211579" h="247015">
                <a:moveTo>
                  <a:pt x="163575" y="31826"/>
                </a:moveTo>
                <a:lnTo>
                  <a:pt x="97408" y="31826"/>
                </a:lnTo>
                <a:lnTo>
                  <a:pt x="92536" y="37285"/>
                </a:lnTo>
                <a:lnTo>
                  <a:pt x="75942" y="77128"/>
                </a:lnTo>
                <a:lnTo>
                  <a:pt x="75565" y="84328"/>
                </a:lnTo>
                <a:lnTo>
                  <a:pt x="76744" y="96215"/>
                </a:lnTo>
                <a:lnTo>
                  <a:pt x="79954" y="106585"/>
                </a:lnTo>
                <a:lnTo>
                  <a:pt x="80073" y="106970"/>
                </a:lnTo>
                <a:lnTo>
                  <a:pt x="109743" y="136234"/>
                </a:lnTo>
                <a:lnTo>
                  <a:pt x="130428" y="140360"/>
                </a:lnTo>
                <a:lnTo>
                  <a:pt x="141100" y="139302"/>
                </a:lnTo>
                <a:lnTo>
                  <a:pt x="175647" y="116547"/>
                </a:lnTo>
                <a:lnTo>
                  <a:pt x="180234" y="108204"/>
                </a:lnTo>
                <a:lnTo>
                  <a:pt x="123571" y="108204"/>
                </a:lnTo>
                <a:lnTo>
                  <a:pt x="117728" y="105397"/>
                </a:lnTo>
                <a:lnTo>
                  <a:pt x="109600" y="96215"/>
                </a:lnTo>
                <a:lnTo>
                  <a:pt x="107315" y="89852"/>
                </a:lnTo>
                <a:lnTo>
                  <a:pt x="107440" y="81178"/>
                </a:lnTo>
                <a:lnTo>
                  <a:pt x="125602" y="42862"/>
                </a:lnTo>
                <a:lnTo>
                  <a:pt x="130428" y="40017"/>
                </a:lnTo>
                <a:lnTo>
                  <a:pt x="170575" y="40017"/>
                </a:lnTo>
                <a:lnTo>
                  <a:pt x="168715" y="37479"/>
                </a:lnTo>
                <a:lnTo>
                  <a:pt x="163575" y="31826"/>
                </a:lnTo>
                <a:close/>
              </a:path>
              <a:path w="1211579" h="247015">
                <a:moveTo>
                  <a:pt x="170575" y="40017"/>
                </a:moveTo>
                <a:lnTo>
                  <a:pt x="130428" y="40017"/>
                </a:lnTo>
                <a:lnTo>
                  <a:pt x="134239" y="42062"/>
                </a:lnTo>
                <a:lnTo>
                  <a:pt x="141350" y="48793"/>
                </a:lnTo>
                <a:lnTo>
                  <a:pt x="153510" y="80761"/>
                </a:lnTo>
                <a:lnTo>
                  <a:pt x="153544" y="81178"/>
                </a:lnTo>
                <a:lnTo>
                  <a:pt x="153670" y="89852"/>
                </a:lnTo>
                <a:lnTo>
                  <a:pt x="151383" y="96215"/>
                </a:lnTo>
                <a:lnTo>
                  <a:pt x="143255" y="105397"/>
                </a:lnTo>
                <a:lnTo>
                  <a:pt x="137414" y="108204"/>
                </a:lnTo>
                <a:lnTo>
                  <a:pt x="180234" y="108204"/>
                </a:lnTo>
                <a:lnTo>
                  <a:pt x="180911" y="106970"/>
                </a:lnTo>
                <a:lnTo>
                  <a:pt x="184240" y="96215"/>
                </a:lnTo>
                <a:lnTo>
                  <a:pt x="185420" y="84328"/>
                </a:lnTo>
                <a:lnTo>
                  <a:pt x="185297" y="81178"/>
                </a:lnTo>
                <a:lnTo>
                  <a:pt x="185281" y="80761"/>
                </a:lnTo>
                <a:lnTo>
                  <a:pt x="173164" y="43551"/>
                </a:lnTo>
                <a:lnTo>
                  <a:pt x="170575" y="40017"/>
                </a:lnTo>
                <a:close/>
              </a:path>
              <a:path w="1211579" h="247015">
                <a:moveTo>
                  <a:pt x="162051" y="0"/>
                </a:moveTo>
                <a:lnTo>
                  <a:pt x="156209" y="0"/>
                </a:lnTo>
                <a:lnTo>
                  <a:pt x="149853" y="698"/>
                </a:lnTo>
                <a:lnTo>
                  <a:pt x="138767" y="2870"/>
                </a:lnTo>
                <a:lnTo>
                  <a:pt x="133844" y="4356"/>
                </a:lnTo>
                <a:lnTo>
                  <a:pt x="130428" y="5905"/>
                </a:lnTo>
                <a:lnTo>
                  <a:pt x="192748" y="5905"/>
                </a:lnTo>
                <a:lnTo>
                  <a:pt x="190519" y="4977"/>
                </a:lnTo>
                <a:lnTo>
                  <a:pt x="181260" y="2243"/>
                </a:lnTo>
                <a:lnTo>
                  <a:pt x="172500" y="698"/>
                </a:lnTo>
                <a:lnTo>
                  <a:pt x="173983" y="698"/>
                </a:lnTo>
                <a:lnTo>
                  <a:pt x="1620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1000" y="6500693"/>
            <a:ext cx="20707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  <a:tabLst>
                <a:tab pos="990600" algn="l"/>
              </a:tabLst>
            </a:pP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Mayo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2024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	©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r>
              <a:rPr sz="8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NTT</a:t>
            </a:r>
            <a:r>
              <a:rPr sz="8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Arial"/>
                <a:cs typeface="Arial"/>
              </a:rPr>
              <a:t>DATA,</a:t>
            </a:r>
            <a:r>
              <a:rPr sz="800" spc="-20" dirty="0">
                <a:solidFill>
                  <a:srgbClr val="FFFFFF"/>
                </a:solidFill>
                <a:latin typeface="Arial"/>
                <a:cs typeface="Arial"/>
              </a:rPr>
              <a:t> Inc.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9590" y="6400800"/>
            <a:ext cx="2790825" cy="304800"/>
          </a:xfrm>
          <a:custGeom>
            <a:avLst/>
            <a:gdLst/>
            <a:ahLst/>
            <a:cxnLst/>
            <a:rect l="l" t="t" r="r" b="b"/>
            <a:pathLst>
              <a:path w="2790825" h="304800">
                <a:moveTo>
                  <a:pt x="2790317" y="0"/>
                </a:moveTo>
                <a:lnTo>
                  <a:pt x="0" y="0"/>
                </a:lnTo>
                <a:lnTo>
                  <a:pt x="0" y="304800"/>
                </a:lnTo>
                <a:lnTo>
                  <a:pt x="2790317" y="304800"/>
                </a:lnTo>
                <a:lnTo>
                  <a:pt x="2790317" y="0"/>
                </a:lnTo>
                <a:close/>
              </a:path>
            </a:pathLst>
          </a:custGeom>
          <a:solidFill>
            <a:srgbClr val="070E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90669" y="3162045"/>
            <a:ext cx="2328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GRACIAS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48745" y="3129493"/>
            <a:ext cx="540385" cy="570230"/>
          </a:xfrm>
          <a:custGeom>
            <a:avLst/>
            <a:gdLst/>
            <a:ahLst/>
            <a:cxnLst/>
            <a:rect l="l" t="t" r="r" b="b"/>
            <a:pathLst>
              <a:path w="540384" h="570229">
                <a:moveTo>
                  <a:pt x="355498" y="0"/>
                </a:moveTo>
                <a:lnTo>
                  <a:pt x="30730" y="0"/>
                </a:lnTo>
                <a:lnTo>
                  <a:pt x="30730" y="121538"/>
                </a:lnTo>
                <a:lnTo>
                  <a:pt x="355498" y="121538"/>
                </a:lnTo>
                <a:lnTo>
                  <a:pt x="363393" y="122326"/>
                </a:lnTo>
                <a:lnTo>
                  <a:pt x="400440" y="143653"/>
                </a:lnTo>
                <a:lnTo>
                  <a:pt x="411463" y="178370"/>
                </a:lnTo>
                <a:lnTo>
                  <a:pt x="411463" y="187064"/>
                </a:lnTo>
                <a:lnTo>
                  <a:pt x="412131" y="195759"/>
                </a:lnTo>
                <a:lnTo>
                  <a:pt x="412252" y="217055"/>
                </a:lnTo>
                <a:lnTo>
                  <a:pt x="148977" y="217055"/>
                </a:lnTo>
                <a:lnTo>
                  <a:pt x="130848" y="217843"/>
                </a:lnTo>
                <a:lnTo>
                  <a:pt x="83537" y="226538"/>
                </a:lnTo>
                <a:lnTo>
                  <a:pt x="47279" y="247046"/>
                </a:lnTo>
                <a:lnTo>
                  <a:pt x="20465" y="278612"/>
                </a:lnTo>
                <a:lnTo>
                  <a:pt x="4705" y="322811"/>
                </a:lnTo>
                <a:lnTo>
                  <a:pt x="0" y="380430"/>
                </a:lnTo>
                <a:lnTo>
                  <a:pt x="0" y="407270"/>
                </a:lnTo>
                <a:lnTo>
                  <a:pt x="640" y="424628"/>
                </a:lnTo>
                <a:lnTo>
                  <a:pt x="757" y="427810"/>
                </a:lnTo>
                <a:lnTo>
                  <a:pt x="2211" y="445956"/>
                </a:lnTo>
                <a:lnTo>
                  <a:pt x="2337" y="447531"/>
                </a:lnTo>
                <a:lnTo>
                  <a:pt x="5495" y="464889"/>
                </a:lnTo>
                <a:lnTo>
                  <a:pt x="21255" y="509876"/>
                </a:lnTo>
                <a:lnTo>
                  <a:pt x="48858" y="541461"/>
                </a:lnTo>
                <a:lnTo>
                  <a:pt x="86695" y="560406"/>
                </a:lnTo>
                <a:lnTo>
                  <a:pt x="136343" y="569089"/>
                </a:lnTo>
                <a:lnTo>
                  <a:pt x="155262" y="569876"/>
                </a:lnTo>
                <a:lnTo>
                  <a:pt x="539942" y="569876"/>
                </a:lnTo>
                <a:lnTo>
                  <a:pt x="539942" y="448319"/>
                </a:lnTo>
                <a:lnTo>
                  <a:pt x="167895" y="448319"/>
                </a:lnTo>
                <a:lnTo>
                  <a:pt x="160789" y="447531"/>
                </a:lnTo>
                <a:lnTo>
                  <a:pt x="130058" y="419115"/>
                </a:lnTo>
                <a:lnTo>
                  <a:pt x="126900" y="397819"/>
                </a:lnTo>
                <a:lnTo>
                  <a:pt x="126900" y="380430"/>
                </a:lnTo>
                <a:lnTo>
                  <a:pt x="140291" y="342563"/>
                </a:lnTo>
                <a:lnTo>
                  <a:pt x="142660" y="339413"/>
                </a:lnTo>
                <a:lnTo>
                  <a:pt x="146608" y="337019"/>
                </a:lnTo>
                <a:lnTo>
                  <a:pt x="153682" y="333868"/>
                </a:lnTo>
                <a:lnTo>
                  <a:pt x="160789" y="332293"/>
                </a:lnTo>
                <a:lnTo>
                  <a:pt x="167895" y="331506"/>
                </a:lnTo>
                <a:lnTo>
                  <a:pt x="539942" y="331506"/>
                </a:lnTo>
                <a:lnTo>
                  <a:pt x="539942" y="195759"/>
                </a:lnTo>
                <a:lnTo>
                  <a:pt x="537574" y="146016"/>
                </a:lnTo>
                <a:lnTo>
                  <a:pt x="530499" y="104180"/>
                </a:lnTo>
                <a:lnTo>
                  <a:pt x="513950" y="63132"/>
                </a:lnTo>
                <a:lnTo>
                  <a:pt x="487925" y="33141"/>
                </a:lnTo>
                <a:lnTo>
                  <a:pt x="466638" y="20508"/>
                </a:lnTo>
                <a:lnTo>
                  <a:pt x="459532" y="16570"/>
                </a:lnTo>
                <a:lnTo>
                  <a:pt x="442193" y="10269"/>
                </a:lnTo>
                <a:lnTo>
                  <a:pt x="423275" y="6300"/>
                </a:lnTo>
                <a:lnTo>
                  <a:pt x="402777" y="3150"/>
                </a:lnTo>
                <a:lnTo>
                  <a:pt x="380733" y="787"/>
                </a:lnTo>
                <a:lnTo>
                  <a:pt x="355498" y="0"/>
                </a:lnTo>
                <a:close/>
              </a:path>
              <a:path w="540384" h="570229">
                <a:moveTo>
                  <a:pt x="539942" y="331506"/>
                </a:moveTo>
                <a:lnTo>
                  <a:pt x="412252" y="331506"/>
                </a:lnTo>
                <a:lnTo>
                  <a:pt x="412252" y="448319"/>
                </a:lnTo>
                <a:lnTo>
                  <a:pt x="539942" y="448319"/>
                </a:lnTo>
                <a:lnTo>
                  <a:pt x="539942" y="3315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75113" y="3129493"/>
            <a:ext cx="541020" cy="570230"/>
          </a:xfrm>
          <a:custGeom>
            <a:avLst/>
            <a:gdLst/>
            <a:ahLst/>
            <a:cxnLst/>
            <a:rect l="l" t="t" r="r" b="b"/>
            <a:pathLst>
              <a:path w="541020" h="570229">
                <a:moveTo>
                  <a:pt x="356287" y="0"/>
                </a:moveTo>
                <a:lnTo>
                  <a:pt x="30730" y="0"/>
                </a:lnTo>
                <a:lnTo>
                  <a:pt x="30730" y="121538"/>
                </a:lnTo>
                <a:lnTo>
                  <a:pt x="356287" y="121538"/>
                </a:lnTo>
                <a:lnTo>
                  <a:pt x="363393" y="122326"/>
                </a:lnTo>
                <a:lnTo>
                  <a:pt x="401230" y="143653"/>
                </a:lnTo>
                <a:lnTo>
                  <a:pt x="412252" y="187064"/>
                </a:lnTo>
                <a:lnTo>
                  <a:pt x="412252" y="217055"/>
                </a:lnTo>
                <a:lnTo>
                  <a:pt x="149766" y="217055"/>
                </a:lnTo>
                <a:lnTo>
                  <a:pt x="131637" y="217843"/>
                </a:lnTo>
                <a:lnTo>
                  <a:pt x="84326" y="226538"/>
                </a:lnTo>
                <a:lnTo>
                  <a:pt x="47279" y="247046"/>
                </a:lnTo>
                <a:lnTo>
                  <a:pt x="21286" y="278612"/>
                </a:lnTo>
                <a:lnTo>
                  <a:pt x="5495" y="322811"/>
                </a:lnTo>
                <a:lnTo>
                  <a:pt x="0" y="380430"/>
                </a:lnTo>
                <a:lnTo>
                  <a:pt x="0" y="407270"/>
                </a:lnTo>
                <a:lnTo>
                  <a:pt x="667" y="424628"/>
                </a:lnTo>
                <a:lnTo>
                  <a:pt x="789" y="427810"/>
                </a:lnTo>
                <a:lnTo>
                  <a:pt x="2242" y="445956"/>
                </a:lnTo>
                <a:lnTo>
                  <a:pt x="2368" y="447531"/>
                </a:lnTo>
                <a:lnTo>
                  <a:pt x="14970" y="496487"/>
                </a:lnTo>
                <a:lnTo>
                  <a:pt x="38626" y="531991"/>
                </a:lnTo>
                <a:lnTo>
                  <a:pt x="73304" y="555668"/>
                </a:lnTo>
                <a:lnTo>
                  <a:pt x="119004" y="567510"/>
                </a:lnTo>
                <a:lnTo>
                  <a:pt x="155293" y="569876"/>
                </a:lnTo>
                <a:lnTo>
                  <a:pt x="540732" y="569876"/>
                </a:lnTo>
                <a:lnTo>
                  <a:pt x="540732" y="448319"/>
                </a:lnTo>
                <a:lnTo>
                  <a:pt x="167895" y="448319"/>
                </a:lnTo>
                <a:lnTo>
                  <a:pt x="160789" y="447531"/>
                </a:lnTo>
                <a:lnTo>
                  <a:pt x="130058" y="419115"/>
                </a:lnTo>
                <a:lnTo>
                  <a:pt x="126900" y="397819"/>
                </a:lnTo>
                <a:lnTo>
                  <a:pt x="126900" y="380430"/>
                </a:lnTo>
                <a:lnTo>
                  <a:pt x="140291" y="342563"/>
                </a:lnTo>
                <a:lnTo>
                  <a:pt x="142660" y="339413"/>
                </a:lnTo>
                <a:lnTo>
                  <a:pt x="146608" y="337019"/>
                </a:lnTo>
                <a:lnTo>
                  <a:pt x="153714" y="333868"/>
                </a:lnTo>
                <a:lnTo>
                  <a:pt x="160789" y="332293"/>
                </a:lnTo>
                <a:lnTo>
                  <a:pt x="167895" y="331506"/>
                </a:lnTo>
                <a:lnTo>
                  <a:pt x="540732" y="331506"/>
                </a:lnTo>
                <a:lnTo>
                  <a:pt x="540732" y="195759"/>
                </a:lnTo>
                <a:lnTo>
                  <a:pt x="538395" y="146016"/>
                </a:lnTo>
                <a:lnTo>
                  <a:pt x="530499" y="104180"/>
                </a:lnTo>
                <a:lnTo>
                  <a:pt x="513950" y="63132"/>
                </a:lnTo>
                <a:lnTo>
                  <a:pt x="487925" y="33141"/>
                </a:lnTo>
                <a:lnTo>
                  <a:pt x="466638" y="20508"/>
                </a:lnTo>
                <a:lnTo>
                  <a:pt x="459564" y="16570"/>
                </a:lnTo>
                <a:lnTo>
                  <a:pt x="442225" y="10269"/>
                </a:lnTo>
                <a:lnTo>
                  <a:pt x="424096" y="6300"/>
                </a:lnTo>
                <a:lnTo>
                  <a:pt x="403599" y="3150"/>
                </a:lnTo>
                <a:lnTo>
                  <a:pt x="380733" y="787"/>
                </a:lnTo>
                <a:lnTo>
                  <a:pt x="356287" y="0"/>
                </a:lnTo>
                <a:close/>
              </a:path>
              <a:path w="541020" h="570229">
                <a:moveTo>
                  <a:pt x="540732" y="331506"/>
                </a:moveTo>
                <a:lnTo>
                  <a:pt x="412252" y="331506"/>
                </a:lnTo>
                <a:lnTo>
                  <a:pt x="412252" y="448319"/>
                </a:lnTo>
                <a:lnTo>
                  <a:pt x="540732" y="448319"/>
                </a:lnTo>
                <a:lnTo>
                  <a:pt x="540732" y="3315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90196" y="3129493"/>
            <a:ext cx="534670" cy="570230"/>
          </a:xfrm>
          <a:custGeom>
            <a:avLst/>
            <a:gdLst/>
            <a:ahLst/>
            <a:cxnLst/>
            <a:rect l="l" t="t" r="r" b="b"/>
            <a:pathLst>
              <a:path w="534670" h="570229">
                <a:moveTo>
                  <a:pt x="346054" y="0"/>
                </a:moveTo>
                <a:lnTo>
                  <a:pt x="0" y="0"/>
                </a:lnTo>
                <a:lnTo>
                  <a:pt x="0" y="569876"/>
                </a:lnTo>
                <a:lnTo>
                  <a:pt x="352371" y="569876"/>
                </a:lnTo>
                <a:lnTo>
                  <a:pt x="399651" y="566720"/>
                </a:lnTo>
                <a:lnTo>
                  <a:pt x="447752" y="554090"/>
                </a:lnTo>
                <a:lnTo>
                  <a:pt x="484009" y="531203"/>
                </a:lnTo>
                <a:lnTo>
                  <a:pt x="495031" y="519358"/>
                </a:lnTo>
                <a:lnTo>
                  <a:pt x="500558" y="513057"/>
                </a:lnTo>
                <a:lnTo>
                  <a:pt x="505296" y="505938"/>
                </a:lnTo>
                <a:lnTo>
                  <a:pt x="509244" y="498850"/>
                </a:lnTo>
                <a:lnTo>
                  <a:pt x="513160" y="490942"/>
                </a:lnTo>
                <a:lnTo>
                  <a:pt x="517108" y="483067"/>
                </a:lnTo>
                <a:lnTo>
                  <a:pt x="520266" y="475159"/>
                </a:lnTo>
                <a:lnTo>
                  <a:pt x="525793" y="457014"/>
                </a:lnTo>
                <a:lnTo>
                  <a:pt x="527531" y="448319"/>
                </a:lnTo>
                <a:lnTo>
                  <a:pt x="130058" y="448319"/>
                </a:lnTo>
                <a:lnTo>
                  <a:pt x="130058" y="121538"/>
                </a:lnTo>
                <a:lnTo>
                  <a:pt x="527065" y="121538"/>
                </a:lnTo>
                <a:lnTo>
                  <a:pt x="523425" y="105755"/>
                </a:lnTo>
                <a:lnTo>
                  <a:pt x="505296" y="63919"/>
                </a:lnTo>
                <a:lnTo>
                  <a:pt x="476903" y="33141"/>
                </a:lnTo>
                <a:lnTo>
                  <a:pt x="463512" y="24477"/>
                </a:lnTo>
                <a:lnTo>
                  <a:pt x="455616" y="19720"/>
                </a:lnTo>
                <a:lnTo>
                  <a:pt x="412284" y="6300"/>
                </a:lnTo>
                <a:lnTo>
                  <a:pt x="369710" y="787"/>
                </a:lnTo>
                <a:lnTo>
                  <a:pt x="346054" y="0"/>
                </a:lnTo>
                <a:close/>
              </a:path>
              <a:path w="534670" h="570229">
                <a:moveTo>
                  <a:pt x="527065" y="121538"/>
                </a:moveTo>
                <a:lnTo>
                  <a:pt x="346054" y="121538"/>
                </a:lnTo>
                <a:lnTo>
                  <a:pt x="353950" y="122326"/>
                </a:lnTo>
                <a:lnTo>
                  <a:pt x="361025" y="123932"/>
                </a:lnTo>
                <a:lnTo>
                  <a:pt x="394155" y="149166"/>
                </a:lnTo>
                <a:lnTo>
                  <a:pt x="402809" y="187852"/>
                </a:lnTo>
                <a:lnTo>
                  <a:pt x="402809" y="382824"/>
                </a:lnTo>
                <a:lnTo>
                  <a:pt x="394945" y="420691"/>
                </a:lnTo>
                <a:lnTo>
                  <a:pt x="361025" y="445956"/>
                </a:lnTo>
                <a:lnTo>
                  <a:pt x="346054" y="448319"/>
                </a:lnTo>
                <a:lnTo>
                  <a:pt x="527531" y="448319"/>
                </a:lnTo>
                <a:lnTo>
                  <a:pt x="529741" y="437261"/>
                </a:lnTo>
                <a:lnTo>
                  <a:pt x="532078" y="416753"/>
                </a:lnTo>
                <a:lnTo>
                  <a:pt x="534447" y="394638"/>
                </a:lnTo>
                <a:lnTo>
                  <a:pt x="534447" y="200485"/>
                </a:lnTo>
                <a:lnTo>
                  <a:pt x="533657" y="173644"/>
                </a:lnTo>
                <a:lnTo>
                  <a:pt x="532127" y="149166"/>
                </a:lnTo>
                <a:lnTo>
                  <a:pt x="532078" y="148379"/>
                </a:lnTo>
                <a:lnTo>
                  <a:pt x="528162" y="126295"/>
                </a:lnTo>
                <a:lnTo>
                  <a:pt x="527065" y="1215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1069" y="3128962"/>
            <a:ext cx="494665" cy="570865"/>
          </a:xfrm>
          <a:custGeom>
            <a:avLst/>
            <a:gdLst/>
            <a:ahLst/>
            <a:cxnLst/>
            <a:rect l="l" t="t" r="r" b="b"/>
            <a:pathLst>
              <a:path w="494665" h="570864">
                <a:moveTo>
                  <a:pt x="494245" y="0"/>
                </a:moveTo>
                <a:lnTo>
                  <a:pt x="0" y="0"/>
                </a:lnTo>
                <a:lnTo>
                  <a:pt x="0" y="120497"/>
                </a:lnTo>
                <a:lnTo>
                  <a:pt x="182905" y="120497"/>
                </a:lnTo>
                <a:lnTo>
                  <a:pt x="182905" y="570776"/>
                </a:lnTo>
                <a:lnTo>
                  <a:pt x="312166" y="570776"/>
                </a:lnTo>
                <a:lnTo>
                  <a:pt x="312166" y="120497"/>
                </a:lnTo>
                <a:lnTo>
                  <a:pt x="494245" y="120497"/>
                </a:lnTo>
                <a:lnTo>
                  <a:pt x="4942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938279" y="3128962"/>
            <a:ext cx="495300" cy="570865"/>
          </a:xfrm>
          <a:custGeom>
            <a:avLst/>
            <a:gdLst/>
            <a:ahLst/>
            <a:cxnLst/>
            <a:rect l="l" t="t" r="r" b="b"/>
            <a:pathLst>
              <a:path w="495300" h="570864">
                <a:moveTo>
                  <a:pt x="495033" y="0"/>
                </a:moveTo>
                <a:lnTo>
                  <a:pt x="0" y="0"/>
                </a:lnTo>
                <a:lnTo>
                  <a:pt x="0" y="120497"/>
                </a:lnTo>
                <a:lnTo>
                  <a:pt x="182905" y="120497"/>
                </a:lnTo>
                <a:lnTo>
                  <a:pt x="182905" y="570776"/>
                </a:lnTo>
                <a:lnTo>
                  <a:pt x="312178" y="570776"/>
                </a:lnTo>
                <a:lnTo>
                  <a:pt x="312178" y="120497"/>
                </a:lnTo>
                <a:lnTo>
                  <a:pt x="495033" y="120497"/>
                </a:lnTo>
                <a:lnTo>
                  <a:pt x="49503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98454" y="3123171"/>
            <a:ext cx="1099185" cy="582930"/>
          </a:xfrm>
          <a:custGeom>
            <a:avLst/>
            <a:gdLst/>
            <a:ahLst/>
            <a:cxnLst/>
            <a:rect l="l" t="t" r="r" b="b"/>
            <a:pathLst>
              <a:path w="1099185" h="582929">
                <a:moveTo>
                  <a:pt x="561263" y="6324"/>
                </a:moveTo>
                <a:lnTo>
                  <a:pt x="433539" y="6324"/>
                </a:lnTo>
                <a:lnTo>
                  <a:pt x="433539" y="361530"/>
                </a:lnTo>
                <a:lnTo>
                  <a:pt x="434327" y="404152"/>
                </a:lnTo>
                <a:lnTo>
                  <a:pt x="435114" y="432562"/>
                </a:lnTo>
                <a:lnTo>
                  <a:pt x="435914" y="437286"/>
                </a:lnTo>
                <a:lnTo>
                  <a:pt x="435114" y="441223"/>
                </a:lnTo>
                <a:lnTo>
                  <a:pt x="434327" y="444373"/>
                </a:lnTo>
                <a:lnTo>
                  <a:pt x="431965" y="446773"/>
                </a:lnTo>
                <a:lnTo>
                  <a:pt x="429628" y="446773"/>
                </a:lnTo>
                <a:lnTo>
                  <a:pt x="427253" y="445985"/>
                </a:lnTo>
                <a:lnTo>
                  <a:pt x="424891" y="443585"/>
                </a:lnTo>
                <a:lnTo>
                  <a:pt x="422516" y="440436"/>
                </a:lnTo>
                <a:lnTo>
                  <a:pt x="331089" y="263639"/>
                </a:lnTo>
                <a:lnTo>
                  <a:pt x="264033" y="135775"/>
                </a:lnTo>
                <a:lnTo>
                  <a:pt x="240411" y="90792"/>
                </a:lnTo>
                <a:lnTo>
                  <a:pt x="216001" y="51320"/>
                </a:lnTo>
                <a:lnTo>
                  <a:pt x="182079" y="18173"/>
                </a:lnTo>
                <a:lnTo>
                  <a:pt x="144246" y="2387"/>
                </a:lnTo>
                <a:lnTo>
                  <a:pt x="134797" y="1600"/>
                </a:lnTo>
                <a:lnTo>
                  <a:pt x="125323" y="0"/>
                </a:lnTo>
                <a:lnTo>
                  <a:pt x="104851" y="0"/>
                </a:lnTo>
                <a:lnTo>
                  <a:pt x="84353" y="3175"/>
                </a:lnTo>
                <a:lnTo>
                  <a:pt x="45732" y="20535"/>
                </a:lnTo>
                <a:lnTo>
                  <a:pt x="15760" y="59220"/>
                </a:lnTo>
                <a:lnTo>
                  <a:pt x="2374" y="107353"/>
                </a:lnTo>
                <a:lnTo>
                  <a:pt x="0" y="149987"/>
                </a:lnTo>
                <a:lnTo>
                  <a:pt x="0" y="576199"/>
                </a:lnTo>
                <a:lnTo>
                  <a:pt x="126898" y="576199"/>
                </a:lnTo>
                <a:lnTo>
                  <a:pt x="126898" y="221018"/>
                </a:lnTo>
                <a:lnTo>
                  <a:pt x="126111" y="178396"/>
                </a:lnTo>
                <a:lnTo>
                  <a:pt x="125323" y="149987"/>
                </a:lnTo>
                <a:lnTo>
                  <a:pt x="125323" y="141287"/>
                </a:lnTo>
                <a:lnTo>
                  <a:pt x="126111" y="138137"/>
                </a:lnTo>
                <a:lnTo>
                  <a:pt x="128485" y="135775"/>
                </a:lnTo>
                <a:lnTo>
                  <a:pt x="130848" y="135775"/>
                </a:lnTo>
                <a:lnTo>
                  <a:pt x="134010" y="136563"/>
                </a:lnTo>
                <a:lnTo>
                  <a:pt x="136372" y="138925"/>
                </a:lnTo>
                <a:lnTo>
                  <a:pt x="164731" y="195757"/>
                </a:lnTo>
                <a:lnTo>
                  <a:pt x="224650" y="311785"/>
                </a:lnTo>
                <a:lnTo>
                  <a:pt x="258533" y="376516"/>
                </a:lnTo>
                <a:lnTo>
                  <a:pt x="290093" y="437286"/>
                </a:lnTo>
                <a:lnTo>
                  <a:pt x="316877" y="486219"/>
                </a:lnTo>
                <a:lnTo>
                  <a:pt x="344474" y="531202"/>
                </a:lnTo>
                <a:lnTo>
                  <a:pt x="378371" y="564362"/>
                </a:lnTo>
                <a:lnTo>
                  <a:pt x="416991" y="580148"/>
                </a:lnTo>
                <a:lnTo>
                  <a:pt x="425678" y="580948"/>
                </a:lnTo>
                <a:lnTo>
                  <a:pt x="435114" y="582523"/>
                </a:lnTo>
                <a:lnTo>
                  <a:pt x="455612" y="582523"/>
                </a:lnTo>
                <a:lnTo>
                  <a:pt x="476110" y="579361"/>
                </a:lnTo>
                <a:lnTo>
                  <a:pt x="514743" y="562000"/>
                </a:lnTo>
                <a:lnTo>
                  <a:pt x="544715" y="523328"/>
                </a:lnTo>
                <a:lnTo>
                  <a:pt x="558101" y="475183"/>
                </a:lnTo>
                <a:lnTo>
                  <a:pt x="560755" y="446773"/>
                </a:lnTo>
                <a:lnTo>
                  <a:pt x="561263" y="432562"/>
                </a:lnTo>
                <a:lnTo>
                  <a:pt x="561263" y="6324"/>
                </a:lnTo>
                <a:close/>
              </a:path>
              <a:path w="1099185" h="582929">
                <a:moveTo>
                  <a:pt x="1098867" y="5791"/>
                </a:moveTo>
                <a:lnTo>
                  <a:pt x="604596" y="5791"/>
                </a:lnTo>
                <a:lnTo>
                  <a:pt x="604596" y="126288"/>
                </a:lnTo>
                <a:lnTo>
                  <a:pt x="787488" y="126288"/>
                </a:lnTo>
                <a:lnTo>
                  <a:pt x="787488" y="576567"/>
                </a:lnTo>
                <a:lnTo>
                  <a:pt x="916762" y="576567"/>
                </a:lnTo>
                <a:lnTo>
                  <a:pt x="916762" y="126288"/>
                </a:lnTo>
                <a:lnTo>
                  <a:pt x="1098867" y="126288"/>
                </a:lnTo>
                <a:lnTo>
                  <a:pt x="1098867" y="57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403219" y="2880236"/>
            <a:ext cx="1160780" cy="1098550"/>
          </a:xfrm>
          <a:custGeom>
            <a:avLst/>
            <a:gdLst/>
            <a:ahLst/>
            <a:cxnLst/>
            <a:rect l="l" t="t" r="r" b="b"/>
            <a:pathLst>
              <a:path w="1160779" h="1098550">
                <a:moveTo>
                  <a:pt x="439856" y="0"/>
                </a:moveTo>
                <a:lnTo>
                  <a:pt x="396492" y="2540"/>
                </a:lnTo>
                <a:lnTo>
                  <a:pt x="354708" y="10160"/>
                </a:lnTo>
                <a:lnTo>
                  <a:pt x="312943" y="22860"/>
                </a:lnTo>
                <a:lnTo>
                  <a:pt x="273530" y="39370"/>
                </a:lnTo>
                <a:lnTo>
                  <a:pt x="234904" y="60960"/>
                </a:lnTo>
                <a:lnTo>
                  <a:pt x="198644" y="85090"/>
                </a:lnTo>
                <a:lnTo>
                  <a:pt x="164749" y="114300"/>
                </a:lnTo>
                <a:lnTo>
                  <a:pt x="133217" y="147320"/>
                </a:lnTo>
                <a:lnTo>
                  <a:pt x="104053" y="184150"/>
                </a:lnTo>
                <a:lnTo>
                  <a:pt x="78038" y="223520"/>
                </a:lnTo>
                <a:lnTo>
                  <a:pt x="55178" y="265430"/>
                </a:lnTo>
                <a:lnTo>
                  <a:pt x="36260" y="311150"/>
                </a:lnTo>
                <a:lnTo>
                  <a:pt x="20495" y="359410"/>
                </a:lnTo>
                <a:lnTo>
                  <a:pt x="9459" y="411480"/>
                </a:lnTo>
                <a:lnTo>
                  <a:pt x="2364" y="463550"/>
                </a:lnTo>
                <a:lnTo>
                  <a:pt x="71" y="516890"/>
                </a:lnTo>
                <a:lnTo>
                  <a:pt x="0" y="519430"/>
                </a:lnTo>
                <a:lnTo>
                  <a:pt x="722" y="547370"/>
                </a:lnTo>
                <a:lnTo>
                  <a:pt x="788" y="549910"/>
                </a:lnTo>
                <a:lnTo>
                  <a:pt x="3153" y="580390"/>
                </a:lnTo>
                <a:lnTo>
                  <a:pt x="11824" y="638810"/>
                </a:lnTo>
                <a:lnTo>
                  <a:pt x="26801" y="694690"/>
                </a:lnTo>
                <a:lnTo>
                  <a:pt x="46509" y="748030"/>
                </a:lnTo>
                <a:lnTo>
                  <a:pt x="71731" y="798830"/>
                </a:lnTo>
                <a:lnTo>
                  <a:pt x="100898" y="847090"/>
                </a:lnTo>
                <a:lnTo>
                  <a:pt x="134793" y="890270"/>
                </a:lnTo>
                <a:lnTo>
                  <a:pt x="172632" y="932180"/>
                </a:lnTo>
                <a:lnTo>
                  <a:pt x="214410" y="969010"/>
                </a:lnTo>
                <a:lnTo>
                  <a:pt x="259340" y="1002030"/>
                </a:lnTo>
                <a:lnTo>
                  <a:pt x="306639" y="1029970"/>
                </a:lnTo>
                <a:lnTo>
                  <a:pt x="357866" y="1055370"/>
                </a:lnTo>
                <a:lnTo>
                  <a:pt x="383891" y="1064260"/>
                </a:lnTo>
                <a:lnTo>
                  <a:pt x="410705" y="1074420"/>
                </a:lnTo>
                <a:lnTo>
                  <a:pt x="437487" y="1080770"/>
                </a:lnTo>
                <a:lnTo>
                  <a:pt x="493452" y="1093470"/>
                </a:lnTo>
                <a:lnTo>
                  <a:pt x="550996" y="1098550"/>
                </a:lnTo>
                <a:lnTo>
                  <a:pt x="609330" y="1098550"/>
                </a:lnTo>
                <a:lnTo>
                  <a:pt x="666875" y="1093470"/>
                </a:lnTo>
                <a:lnTo>
                  <a:pt x="749654" y="1074420"/>
                </a:lnTo>
                <a:lnTo>
                  <a:pt x="776436" y="1064260"/>
                </a:lnTo>
                <a:lnTo>
                  <a:pt x="802460" y="1055370"/>
                </a:lnTo>
                <a:lnTo>
                  <a:pt x="853688" y="1029970"/>
                </a:lnTo>
                <a:lnTo>
                  <a:pt x="900999" y="1002030"/>
                </a:lnTo>
                <a:lnTo>
                  <a:pt x="945942" y="969010"/>
                </a:lnTo>
                <a:lnTo>
                  <a:pt x="961124" y="956310"/>
                </a:lnTo>
                <a:lnTo>
                  <a:pt x="580179" y="956310"/>
                </a:lnTo>
                <a:lnTo>
                  <a:pt x="535237" y="953770"/>
                </a:lnTo>
                <a:lnTo>
                  <a:pt x="492663" y="947420"/>
                </a:lnTo>
                <a:lnTo>
                  <a:pt x="450878" y="937260"/>
                </a:lnTo>
                <a:lnTo>
                  <a:pt x="410705" y="922020"/>
                </a:lnTo>
                <a:lnTo>
                  <a:pt x="372079" y="904240"/>
                </a:lnTo>
                <a:lnTo>
                  <a:pt x="319240" y="869950"/>
                </a:lnTo>
                <a:lnTo>
                  <a:pt x="271165" y="829310"/>
                </a:lnTo>
                <a:lnTo>
                  <a:pt x="242787" y="797560"/>
                </a:lnTo>
                <a:lnTo>
                  <a:pt x="217562" y="763270"/>
                </a:lnTo>
                <a:lnTo>
                  <a:pt x="195492" y="727710"/>
                </a:lnTo>
                <a:lnTo>
                  <a:pt x="177360" y="689610"/>
                </a:lnTo>
                <a:lnTo>
                  <a:pt x="162383" y="648970"/>
                </a:lnTo>
                <a:lnTo>
                  <a:pt x="151348" y="607060"/>
                </a:lnTo>
                <a:lnTo>
                  <a:pt x="145041" y="562610"/>
                </a:lnTo>
                <a:lnTo>
                  <a:pt x="142763" y="519430"/>
                </a:lnTo>
                <a:lnTo>
                  <a:pt x="142676" y="495300"/>
                </a:lnTo>
                <a:lnTo>
                  <a:pt x="144156" y="476250"/>
                </a:lnTo>
                <a:lnTo>
                  <a:pt x="149772" y="435610"/>
                </a:lnTo>
                <a:lnTo>
                  <a:pt x="158442" y="397510"/>
                </a:lnTo>
                <a:lnTo>
                  <a:pt x="176574" y="344170"/>
                </a:lnTo>
                <a:lnTo>
                  <a:pt x="184457" y="328930"/>
                </a:lnTo>
                <a:lnTo>
                  <a:pt x="192337" y="312420"/>
                </a:lnTo>
                <a:lnTo>
                  <a:pt x="219138" y="269240"/>
                </a:lnTo>
                <a:lnTo>
                  <a:pt x="261706" y="219710"/>
                </a:lnTo>
                <a:lnTo>
                  <a:pt x="297180" y="190500"/>
                </a:lnTo>
                <a:lnTo>
                  <a:pt x="309001" y="181610"/>
                </a:lnTo>
                <a:lnTo>
                  <a:pt x="321609" y="172720"/>
                </a:lnTo>
                <a:lnTo>
                  <a:pt x="334242" y="166370"/>
                </a:lnTo>
                <a:lnTo>
                  <a:pt x="346054" y="161290"/>
                </a:lnTo>
                <a:lnTo>
                  <a:pt x="358656" y="154940"/>
                </a:lnTo>
                <a:lnTo>
                  <a:pt x="383891" y="147320"/>
                </a:lnTo>
                <a:lnTo>
                  <a:pt x="396492" y="144780"/>
                </a:lnTo>
                <a:lnTo>
                  <a:pt x="420938" y="142240"/>
                </a:lnTo>
                <a:lnTo>
                  <a:pt x="1022261" y="142240"/>
                </a:lnTo>
                <a:lnTo>
                  <a:pt x="995590" y="114300"/>
                </a:lnTo>
                <a:lnTo>
                  <a:pt x="943573" y="72390"/>
                </a:lnTo>
                <a:lnTo>
                  <a:pt x="905737" y="49530"/>
                </a:lnTo>
                <a:lnTo>
                  <a:pt x="867111" y="30480"/>
                </a:lnTo>
                <a:lnTo>
                  <a:pt x="856862" y="26670"/>
                </a:lnTo>
                <a:lnTo>
                  <a:pt x="580179" y="26670"/>
                </a:lnTo>
                <a:lnTo>
                  <a:pt x="566756" y="21590"/>
                </a:lnTo>
                <a:lnTo>
                  <a:pt x="551786" y="16510"/>
                </a:lnTo>
                <a:lnTo>
                  <a:pt x="535237" y="12700"/>
                </a:lnTo>
                <a:lnTo>
                  <a:pt x="498190" y="5080"/>
                </a:lnTo>
                <a:lnTo>
                  <a:pt x="479271" y="2540"/>
                </a:lnTo>
                <a:lnTo>
                  <a:pt x="439856" y="0"/>
                </a:lnTo>
                <a:close/>
              </a:path>
              <a:path w="1160779" h="1098550">
                <a:moveTo>
                  <a:pt x="1022261" y="142240"/>
                </a:moveTo>
                <a:lnTo>
                  <a:pt x="739389" y="142240"/>
                </a:lnTo>
                <a:lnTo>
                  <a:pt x="764624" y="144780"/>
                </a:lnTo>
                <a:lnTo>
                  <a:pt x="777225" y="148590"/>
                </a:lnTo>
                <a:lnTo>
                  <a:pt x="815852" y="161290"/>
                </a:lnTo>
                <a:lnTo>
                  <a:pt x="852898" y="181610"/>
                </a:lnTo>
                <a:lnTo>
                  <a:pt x="889156" y="209550"/>
                </a:lnTo>
                <a:lnTo>
                  <a:pt x="922286" y="243840"/>
                </a:lnTo>
                <a:lnTo>
                  <a:pt x="960912" y="298450"/>
                </a:lnTo>
                <a:lnTo>
                  <a:pt x="983778" y="346710"/>
                </a:lnTo>
                <a:lnTo>
                  <a:pt x="1001907" y="398780"/>
                </a:lnTo>
                <a:lnTo>
                  <a:pt x="1013719" y="455930"/>
                </a:lnTo>
                <a:lnTo>
                  <a:pt x="1016877" y="495300"/>
                </a:lnTo>
                <a:lnTo>
                  <a:pt x="1017667" y="516890"/>
                </a:lnTo>
                <a:lnTo>
                  <a:pt x="1016921" y="538480"/>
                </a:lnTo>
                <a:lnTo>
                  <a:pt x="1012140" y="584200"/>
                </a:lnTo>
                <a:lnTo>
                  <a:pt x="1003486" y="627380"/>
                </a:lnTo>
                <a:lnTo>
                  <a:pt x="990853" y="669290"/>
                </a:lnTo>
                <a:lnTo>
                  <a:pt x="974303" y="708660"/>
                </a:lnTo>
                <a:lnTo>
                  <a:pt x="953806" y="746760"/>
                </a:lnTo>
                <a:lnTo>
                  <a:pt x="941994" y="763270"/>
                </a:lnTo>
                <a:lnTo>
                  <a:pt x="930150" y="781050"/>
                </a:lnTo>
                <a:lnTo>
                  <a:pt x="903368" y="814070"/>
                </a:lnTo>
                <a:lnTo>
                  <a:pt x="873396" y="843280"/>
                </a:lnTo>
                <a:lnTo>
                  <a:pt x="841086" y="869950"/>
                </a:lnTo>
                <a:lnTo>
                  <a:pt x="805619" y="894080"/>
                </a:lnTo>
                <a:lnTo>
                  <a:pt x="768572" y="913130"/>
                </a:lnTo>
                <a:lnTo>
                  <a:pt x="729156" y="929640"/>
                </a:lnTo>
                <a:lnTo>
                  <a:pt x="688161" y="942340"/>
                </a:lnTo>
                <a:lnTo>
                  <a:pt x="645588" y="951230"/>
                </a:lnTo>
                <a:lnTo>
                  <a:pt x="580179" y="956310"/>
                </a:lnTo>
                <a:lnTo>
                  <a:pt x="961124" y="956310"/>
                </a:lnTo>
                <a:lnTo>
                  <a:pt x="1006613" y="911860"/>
                </a:lnTo>
                <a:lnTo>
                  <a:pt x="1042870" y="869950"/>
                </a:lnTo>
                <a:lnTo>
                  <a:pt x="1074422" y="822960"/>
                </a:lnTo>
                <a:lnTo>
                  <a:pt x="1101993" y="773430"/>
                </a:lnTo>
                <a:lnTo>
                  <a:pt x="1124070" y="721360"/>
                </a:lnTo>
                <a:lnTo>
                  <a:pt x="1141409" y="666750"/>
                </a:lnTo>
                <a:lnTo>
                  <a:pt x="1153253" y="609600"/>
                </a:lnTo>
                <a:lnTo>
                  <a:pt x="1159538" y="549910"/>
                </a:lnTo>
                <a:lnTo>
                  <a:pt x="1160327" y="519430"/>
                </a:lnTo>
                <a:lnTo>
                  <a:pt x="1159753" y="499110"/>
                </a:lnTo>
                <a:lnTo>
                  <a:pt x="1154832" y="436880"/>
                </a:lnTo>
                <a:lnTo>
                  <a:pt x="1145357" y="384810"/>
                </a:lnTo>
                <a:lnTo>
                  <a:pt x="1131966" y="335280"/>
                </a:lnTo>
                <a:lnTo>
                  <a:pt x="1114627" y="288290"/>
                </a:lnTo>
                <a:lnTo>
                  <a:pt x="1093340" y="243840"/>
                </a:lnTo>
                <a:lnTo>
                  <a:pt x="1068894" y="201930"/>
                </a:lnTo>
                <a:lnTo>
                  <a:pt x="1055503" y="184150"/>
                </a:lnTo>
                <a:lnTo>
                  <a:pt x="1042081" y="165100"/>
                </a:lnTo>
                <a:lnTo>
                  <a:pt x="1027110" y="147320"/>
                </a:lnTo>
                <a:lnTo>
                  <a:pt x="1022261" y="142240"/>
                </a:lnTo>
                <a:close/>
              </a:path>
              <a:path w="1160779" h="1098550">
                <a:moveTo>
                  <a:pt x="726787" y="142240"/>
                </a:moveTo>
                <a:lnTo>
                  <a:pt x="433539" y="142240"/>
                </a:lnTo>
                <a:lnTo>
                  <a:pt x="422517" y="153670"/>
                </a:lnTo>
                <a:lnTo>
                  <a:pt x="392545" y="191770"/>
                </a:lnTo>
                <a:lnTo>
                  <a:pt x="361814" y="250190"/>
                </a:lnTo>
                <a:lnTo>
                  <a:pt x="356287" y="265430"/>
                </a:lnTo>
                <a:lnTo>
                  <a:pt x="350792" y="279400"/>
                </a:lnTo>
                <a:lnTo>
                  <a:pt x="342896" y="311150"/>
                </a:lnTo>
                <a:lnTo>
                  <a:pt x="339738" y="327660"/>
                </a:lnTo>
                <a:lnTo>
                  <a:pt x="336580" y="359410"/>
                </a:lnTo>
                <a:lnTo>
                  <a:pt x="335790" y="375920"/>
                </a:lnTo>
                <a:lnTo>
                  <a:pt x="337369" y="402590"/>
                </a:lnTo>
                <a:lnTo>
                  <a:pt x="347634" y="453390"/>
                </a:lnTo>
                <a:lnTo>
                  <a:pt x="367341" y="499110"/>
                </a:lnTo>
                <a:lnTo>
                  <a:pt x="372837" y="509270"/>
                </a:lnTo>
                <a:lnTo>
                  <a:pt x="409915" y="554990"/>
                </a:lnTo>
                <a:lnTo>
                  <a:pt x="456405" y="590550"/>
                </a:lnTo>
                <a:lnTo>
                  <a:pt x="477692" y="601980"/>
                </a:lnTo>
                <a:lnTo>
                  <a:pt x="487925" y="607060"/>
                </a:lnTo>
                <a:lnTo>
                  <a:pt x="510002" y="614680"/>
                </a:lnTo>
                <a:lnTo>
                  <a:pt x="521845" y="617220"/>
                </a:lnTo>
                <a:lnTo>
                  <a:pt x="532868" y="621030"/>
                </a:lnTo>
                <a:lnTo>
                  <a:pt x="580179" y="626110"/>
                </a:lnTo>
                <a:lnTo>
                  <a:pt x="627459" y="621030"/>
                </a:lnTo>
                <a:lnTo>
                  <a:pt x="639303" y="617220"/>
                </a:lnTo>
                <a:lnTo>
                  <a:pt x="650325" y="614680"/>
                </a:lnTo>
                <a:lnTo>
                  <a:pt x="703921" y="591820"/>
                </a:lnTo>
                <a:lnTo>
                  <a:pt x="723629" y="577850"/>
                </a:lnTo>
                <a:lnTo>
                  <a:pt x="732314" y="571500"/>
                </a:lnTo>
                <a:lnTo>
                  <a:pt x="741758" y="563880"/>
                </a:lnTo>
                <a:lnTo>
                  <a:pt x="750443" y="554990"/>
                </a:lnTo>
                <a:lnTo>
                  <a:pt x="758307" y="547370"/>
                </a:lnTo>
                <a:lnTo>
                  <a:pt x="774099" y="529590"/>
                </a:lnTo>
                <a:lnTo>
                  <a:pt x="780384" y="519430"/>
                </a:lnTo>
                <a:lnTo>
                  <a:pt x="787490" y="509270"/>
                </a:lnTo>
                <a:lnTo>
                  <a:pt x="793017" y="499110"/>
                </a:lnTo>
                <a:lnTo>
                  <a:pt x="799302" y="487680"/>
                </a:lnTo>
                <a:lnTo>
                  <a:pt x="801934" y="481330"/>
                </a:lnTo>
                <a:lnTo>
                  <a:pt x="569125" y="481330"/>
                </a:lnTo>
                <a:lnTo>
                  <a:pt x="558103" y="480060"/>
                </a:lnTo>
                <a:lnTo>
                  <a:pt x="520266" y="462280"/>
                </a:lnTo>
                <a:lnTo>
                  <a:pt x="493452" y="431800"/>
                </a:lnTo>
                <a:lnTo>
                  <a:pt x="478482" y="391160"/>
                </a:lnTo>
                <a:lnTo>
                  <a:pt x="476903" y="379730"/>
                </a:lnTo>
                <a:lnTo>
                  <a:pt x="476903" y="368300"/>
                </a:lnTo>
                <a:lnTo>
                  <a:pt x="482430" y="321310"/>
                </a:lnTo>
                <a:lnTo>
                  <a:pt x="497400" y="278130"/>
                </a:lnTo>
                <a:lnTo>
                  <a:pt x="519477" y="238760"/>
                </a:lnTo>
                <a:lnTo>
                  <a:pt x="545469" y="207010"/>
                </a:lnTo>
                <a:lnTo>
                  <a:pt x="580179" y="179070"/>
                </a:lnTo>
                <a:lnTo>
                  <a:pt x="759572" y="179070"/>
                </a:lnTo>
                <a:lnTo>
                  <a:pt x="738599" y="154940"/>
                </a:lnTo>
                <a:lnTo>
                  <a:pt x="726787" y="142240"/>
                </a:lnTo>
                <a:close/>
              </a:path>
              <a:path w="1160779" h="1098550">
                <a:moveTo>
                  <a:pt x="759572" y="179070"/>
                </a:moveTo>
                <a:lnTo>
                  <a:pt x="580179" y="179070"/>
                </a:lnTo>
                <a:lnTo>
                  <a:pt x="587254" y="182880"/>
                </a:lnTo>
                <a:lnTo>
                  <a:pt x="595150" y="189230"/>
                </a:lnTo>
                <a:lnTo>
                  <a:pt x="622721" y="215900"/>
                </a:lnTo>
                <a:lnTo>
                  <a:pt x="648746" y="250190"/>
                </a:lnTo>
                <a:lnTo>
                  <a:pt x="668454" y="290830"/>
                </a:lnTo>
                <a:lnTo>
                  <a:pt x="681055" y="336550"/>
                </a:lnTo>
                <a:lnTo>
                  <a:pt x="683424" y="368300"/>
                </a:lnTo>
                <a:lnTo>
                  <a:pt x="683424" y="379730"/>
                </a:lnTo>
                <a:lnTo>
                  <a:pt x="672402" y="422910"/>
                </a:lnTo>
                <a:lnTo>
                  <a:pt x="647956" y="455930"/>
                </a:lnTo>
                <a:lnTo>
                  <a:pt x="612489" y="476250"/>
                </a:lnTo>
                <a:lnTo>
                  <a:pt x="602224" y="480060"/>
                </a:lnTo>
                <a:lnTo>
                  <a:pt x="591202" y="481330"/>
                </a:lnTo>
                <a:lnTo>
                  <a:pt x="801934" y="481330"/>
                </a:lnTo>
                <a:lnTo>
                  <a:pt x="819010" y="427990"/>
                </a:lnTo>
                <a:lnTo>
                  <a:pt x="824537" y="375920"/>
                </a:lnTo>
                <a:lnTo>
                  <a:pt x="823023" y="346710"/>
                </a:lnTo>
                <a:lnTo>
                  <a:pt x="822958" y="345440"/>
                </a:lnTo>
                <a:lnTo>
                  <a:pt x="821379" y="330200"/>
                </a:lnTo>
                <a:lnTo>
                  <a:pt x="819010" y="314960"/>
                </a:lnTo>
                <a:lnTo>
                  <a:pt x="815062" y="299720"/>
                </a:lnTo>
                <a:lnTo>
                  <a:pt x="811146" y="283210"/>
                </a:lnTo>
                <a:lnTo>
                  <a:pt x="806408" y="269240"/>
                </a:lnTo>
                <a:lnTo>
                  <a:pt x="800881" y="252730"/>
                </a:lnTo>
                <a:lnTo>
                  <a:pt x="793775" y="237490"/>
                </a:lnTo>
                <a:lnTo>
                  <a:pt x="786700" y="223520"/>
                </a:lnTo>
                <a:lnTo>
                  <a:pt x="778805" y="208280"/>
                </a:lnTo>
                <a:lnTo>
                  <a:pt x="770151" y="194310"/>
                </a:lnTo>
                <a:lnTo>
                  <a:pt x="760676" y="180340"/>
                </a:lnTo>
                <a:lnTo>
                  <a:pt x="759572" y="179070"/>
                </a:lnTo>
                <a:close/>
              </a:path>
              <a:path w="1160779" h="1098550">
                <a:moveTo>
                  <a:pt x="720471" y="0"/>
                </a:moveTo>
                <a:lnTo>
                  <a:pt x="681055" y="2540"/>
                </a:lnTo>
                <a:lnTo>
                  <a:pt x="641640" y="8890"/>
                </a:lnTo>
                <a:lnTo>
                  <a:pt x="592781" y="21590"/>
                </a:lnTo>
                <a:lnTo>
                  <a:pt x="580179" y="26670"/>
                </a:lnTo>
                <a:lnTo>
                  <a:pt x="856862" y="26670"/>
                </a:lnTo>
                <a:lnTo>
                  <a:pt x="846613" y="22860"/>
                </a:lnTo>
                <a:lnTo>
                  <a:pt x="805619" y="10160"/>
                </a:lnTo>
                <a:lnTo>
                  <a:pt x="763834" y="2540"/>
                </a:lnTo>
                <a:lnTo>
                  <a:pt x="7204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87525e-e1e3-4ceb-ae75-ae90cc840746">
      <Terms xmlns="http://schemas.microsoft.com/office/infopath/2007/PartnerControls"/>
    </lcf76f155ced4ddcb4097134ff3c332f>
    <TaxCatchAll xmlns="bc13aabc-3052-46c8-a7f6-8bdc113471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C7A5328423F947B7CADF86BF4B5F1D" ma:contentTypeVersion="14" ma:contentTypeDescription="Create a new document." ma:contentTypeScope="" ma:versionID="48315f6b806f830639f36f1000383bb0">
  <xsd:schema xmlns:xsd="http://www.w3.org/2001/XMLSchema" xmlns:xs="http://www.w3.org/2001/XMLSchema" xmlns:p="http://schemas.microsoft.com/office/2006/metadata/properties" xmlns:ns2="a187525e-e1e3-4ceb-ae75-ae90cc840746" xmlns:ns3="bc13aabc-3052-46c8-a7f6-8bdc113471dd" targetNamespace="http://schemas.microsoft.com/office/2006/metadata/properties" ma:root="true" ma:fieldsID="ad178324bb99319d0422427f0c0b2831" ns2:_="" ns3:_="">
    <xsd:import namespace="a187525e-e1e3-4ceb-ae75-ae90cc840746"/>
    <xsd:import namespace="bc13aabc-3052-46c8-a7f6-8bdc113471dd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87525e-e1e3-4ceb-ae75-ae90cc840746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3aabc-3052-46c8-a7f6-8bdc113471dd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b7063be4-33ea-4db2-a46a-177ef6d922c9}" ma:internalName="TaxCatchAll" ma:showField="CatchAllData" ma:web="bc13aabc-3052-46c8-a7f6-8bdc113471d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A546AC-FE65-451F-960C-2B8A706C87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459D1B-6B18-4688-B786-29FCE396EA96}">
  <ds:schemaRefs>
    <ds:schemaRef ds:uri="http://purl.org/dc/terms/"/>
    <ds:schemaRef ds:uri="http://purl.org/dc/dcmitype/"/>
    <ds:schemaRef ds:uri="http://purl.org/dc/elements/1.1/"/>
    <ds:schemaRef ds:uri="bc13aabc-3052-46c8-a7f6-8bdc113471dd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a187525e-e1e3-4ceb-ae75-ae90cc840746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59448D4-77A8-41CE-BEC6-720F77B0FF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87525e-e1e3-4ceb-ae75-ae90cc840746"/>
    <ds:schemaRef ds:uri="bc13aabc-3052-46c8-a7f6-8bdc113471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048dc87-43f0-4100-9acb-ae1971c79395}" enabled="0" method="" siteId="{3048dc87-43f0-4100-9acb-ae1971c7939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530</Words>
  <Application>Microsoft Office PowerPoint</Application>
  <PresentationFormat>Panorámica</PresentationFormat>
  <Paragraphs>100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Black</vt:lpstr>
      <vt:lpstr>Roboto</vt:lpstr>
      <vt:lpstr>Trebuchet MS</vt:lpstr>
      <vt:lpstr>Office Theme</vt:lpstr>
      <vt:lpstr>Bienvenidos al Bootcamp 02-2026 de Microservicios ¡Especialízate en nuevas tecnologías con nosotros!</vt:lpstr>
      <vt:lpstr>Agenda del Programa</vt:lpstr>
      <vt:lpstr>1. Objetivo del Programa</vt:lpstr>
      <vt:lpstr>2. Expectativas y Responsabilidades </vt:lpstr>
      <vt:lpstr>2. Ejecución</vt:lpstr>
      <vt:lpstr>3. Herramientas y Recursos </vt:lpstr>
      <vt:lpstr>3. Herramientas y Recursos </vt:lpstr>
      <vt:lpstr>4. Evaluación: Proceso y Resultados</vt:lpstr>
      <vt:lpstr>5. Comunicación</vt:lpstr>
      <vt:lpstr>¿Preguntas?</vt:lpstr>
      <vt:lpstr>GRACIAS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NTT DATA Corporate Overview Presentation</dc:title>
  <dc:creator>NTT DATA Marketing</dc:creator>
  <cp:keywords>NTT DATA;Corporate Overview</cp:keywords>
  <cp:lastModifiedBy>Cyndi Lacey Bugarin Sanchez</cp:lastModifiedBy>
  <cp:revision>8</cp:revision>
  <dcterms:created xsi:type="dcterms:W3CDTF">2024-12-12T21:34:10Z</dcterms:created>
  <dcterms:modified xsi:type="dcterms:W3CDTF">2026-03-10T17:53:39Z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2024-12-12T00:00:00Z</vt:filetime>
  </property>
  <property fmtid="{D5CDD505-2E9C-101B-9397-08002B2CF9AE}" pid="5" name="Producer">
    <vt:lpwstr>Microsoft® PowerPoint® para Microsoft 365</vt:lpwstr>
  </property>
  <property fmtid="{D5CDD505-2E9C-101B-9397-08002B2CF9AE}" pid="6" name="ContentTypeId">
    <vt:lpwstr>0x010100BCC7A5328423F947B7CADF86BF4B5F1D</vt:lpwstr>
  </property>
  <property fmtid="{D5CDD505-2E9C-101B-9397-08002B2CF9AE}" pid="7" name="MediaServiceImageTags">
    <vt:lpwstr/>
  </property>
</Properties>
</file>